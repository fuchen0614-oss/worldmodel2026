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6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58CC"/>
    <a:srgbClr val="F5F5F5"/>
    <a:srgbClr val="FFCF37"/>
    <a:srgbClr val="E8F3E1"/>
    <a:srgbClr val="FDFFEB"/>
    <a:srgbClr val="BC8FDD"/>
    <a:srgbClr val="F8F3FB"/>
    <a:srgbClr val="FFF5F3"/>
    <a:srgbClr val="E5FFFE"/>
    <a:srgbClr val="F8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262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2EC10-8DBB-4E5A-81A0-314A18F460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7E6B-EEA5-4072-8D84-F51D90460A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9" Type="http://schemas.openxmlformats.org/officeDocument/2006/relationships/slideLayout" Target="../slideLayouts/slideLayout12.xml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L_A_panel"/>
          <p:cNvSpPr/>
          <p:nvPr/>
        </p:nvSpPr>
        <p:spPr>
          <a:xfrm>
            <a:off x="146304" y="137160"/>
            <a:ext cx="11896344" cy="2834640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L_A_header"/>
          <p:cNvSpPr/>
          <p:nvPr/>
        </p:nvSpPr>
        <p:spPr>
          <a:xfrm>
            <a:off x="146304" y="137160"/>
            <a:ext cx="11896344" cy="393192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(a) Overall TerraState inference path</a:t>
            </a:r>
          </a:p>
        </p:txBody>
      </p:sp>
      <p:sp>
        <p:nvSpPr>
          <p:cNvPr id="4" name="ML_hist"/>
          <p:cNvSpPr/>
          <p:nvPr/>
        </p:nvSpPr>
        <p:spPr>
          <a:xfrm>
            <a:off x="347472" y="749808"/>
            <a:ext cx="1115568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L_hist_frame_1"/>
          <p:cNvSpPr/>
          <p:nvPr/>
        </p:nvSpPr>
        <p:spPr>
          <a:xfrm>
            <a:off x="484632" y="859536"/>
            <a:ext cx="231647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L_hist_frame_2"/>
          <p:cNvSpPr/>
          <p:nvPr/>
        </p:nvSpPr>
        <p:spPr>
          <a:xfrm>
            <a:off x="789432" y="877824"/>
            <a:ext cx="231647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L_hist_frame_3"/>
          <p:cNvSpPr/>
          <p:nvPr/>
        </p:nvSpPr>
        <p:spPr>
          <a:xfrm>
            <a:off x="1094232" y="896112"/>
            <a:ext cx="231647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L_hist_title"/>
          <p:cNvSpPr txBox="1"/>
          <p:nvPr/>
        </p:nvSpPr>
        <p:spPr>
          <a:xfrm>
            <a:off x="420624" y="1600200"/>
            <a:ext cx="969264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EO history</a:t>
            </a:r>
          </a:p>
        </p:txBody>
      </p:sp>
      <p:sp>
        <p:nvSpPr>
          <p:cNvPr id="9" name="ML_hist_hint"/>
          <p:cNvSpPr txBox="1"/>
          <p:nvPr/>
        </p:nvSpPr>
        <p:spPr>
          <a:xfrm>
            <a:off x="420624" y="1755648"/>
            <a:ext cx="969264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Sentinel-2</a:t>
            </a:r>
          </a:p>
        </p:txBody>
      </p:sp>
      <p:sp>
        <p:nvSpPr>
          <p:cNvPr id="10" name="ML_qP"/>
          <p:cNvSpPr/>
          <p:nvPr/>
        </p:nvSpPr>
        <p:spPr>
          <a:xfrm>
            <a:off x="1737360" y="1179576"/>
            <a:ext cx="804672" cy="74980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q → P</a:t>
            </a:r>
          </a:p>
        </p:txBody>
      </p:sp>
      <p:sp>
        <p:nvSpPr>
          <p:cNvPr id="11" name="ML_zt"/>
          <p:cNvSpPr/>
          <p:nvPr/>
        </p:nvSpPr>
        <p:spPr>
          <a:xfrm>
            <a:off x="2807208" y="1033271"/>
            <a:ext cx="621792" cy="1042415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L_zt_cell_0_0"/>
          <p:cNvSpPr/>
          <p:nvPr/>
        </p:nvSpPr>
        <p:spPr>
          <a:xfrm>
            <a:off x="2971800" y="1161288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L_zt_cell_0_1"/>
          <p:cNvSpPr/>
          <p:nvPr/>
        </p:nvSpPr>
        <p:spPr>
          <a:xfrm>
            <a:off x="2971800" y="1234440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L_zt_cell_0_2"/>
          <p:cNvSpPr/>
          <p:nvPr/>
        </p:nvSpPr>
        <p:spPr>
          <a:xfrm>
            <a:off x="2971800" y="1307592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L_zt_cell_0_3"/>
          <p:cNvSpPr/>
          <p:nvPr/>
        </p:nvSpPr>
        <p:spPr>
          <a:xfrm>
            <a:off x="2971800" y="1380744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L_zt_cell_1_0"/>
          <p:cNvSpPr/>
          <p:nvPr/>
        </p:nvSpPr>
        <p:spPr>
          <a:xfrm>
            <a:off x="3044952" y="1161288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L_zt_cell_1_1"/>
          <p:cNvSpPr/>
          <p:nvPr/>
        </p:nvSpPr>
        <p:spPr>
          <a:xfrm>
            <a:off x="3044952" y="1234440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L_zt_cell_1_2"/>
          <p:cNvSpPr/>
          <p:nvPr/>
        </p:nvSpPr>
        <p:spPr>
          <a:xfrm>
            <a:off x="3044952" y="1307592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L_zt_cell_1_3"/>
          <p:cNvSpPr/>
          <p:nvPr/>
        </p:nvSpPr>
        <p:spPr>
          <a:xfrm>
            <a:off x="3044952" y="1380744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L_zt_cell_2_0"/>
          <p:cNvSpPr/>
          <p:nvPr/>
        </p:nvSpPr>
        <p:spPr>
          <a:xfrm>
            <a:off x="3118104" y="1161288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L_zt_cell_2_1"/>
          <p:cNvSpPr/>
          <p:nvPr/>
        </p:nvSpPr>
        <p:spPr>
          <a:xfrm>
            <a:off x="3118104" y="1234440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L_zt_cell_2_2"/>
          <p:cNvSpPr/>
          <p:nvPr/>
        </p:nvSpPr>
        <p:spPr>
          <a:xfrm>
            <a:off x="3118104" y="1307592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L_zt_cell_2_3"/>
          <p:cNvSpPr/>
          <p:nvPr/>
        </p:nvSpPr>
        <p:spPr>
          <a:xfrm>
            <a:off x="3118104" y="1380744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L_zt_cell_3_0"/>
          <p:cNvSpPr/>
          <p:nvPr/>
        </p:nvSpPr>
        <p:spPr>
          <a:xfrm>
            <a:off x="3191256" y="1161288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L_zt_cell_3_1"/>
          <p:cNvSpPr/>
          <p:nvPr/>
        </p:nvSpPr>
        <p:spPr>
          <a:xfrm>
            <a:off x="3191256" y="1234440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L_zt_cell_3_2"/>
          <p:cNvSpPr/>
          <p:nvPr/>
        </p:nvSpPr>
        <p:spPr>
          <a:xfrm>
            <a:off x="3191256" y="1307592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L_zt_cell_3_3"/>
          <p:cNvSpPr/>
          <p:nvPr/>
        </p:nvSpPr>
        <p:spPr>
          <a:xfrm>
            <a:off x="3191256" y="1380744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L_zt_label"/>
          <p:cNvSpPr txBox="1"/>
          <p:nvPr/>
        </p:nvSpPr>
        <p:spPr>
          <a:xfrm>
            <a:off x="2834639" y="1783079"/>
            <a:ext cx="566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zₜ</a:t>
            </a:r>
          </a:p>
        </p:txBody>
      </p:sp>
      <p:sp>
        <p:nvSpPr>
          <p:cNvPr id="29" name="ML_T"/>
          <p:cNvSpPr/>
          <p:nvPr/>
        </p:nvSpPr>
        <p:spPr>
          <a:xfrm>
            <a:off x="4773168" y="914399"/>
            <a:ext cx="1188720" cy="1280160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rial"/>
              </a:rPr>
              <a:t>Shared T</a:t>
            </a:r>
          </a:p>
        </p:txBody>
      </p:sp>
      <p:sp>
        <p:nvSpPr>
          <p:cNvPr id="30" name="ML_zf"/>
          <p:cNvSpPr/>
          <p:nvPr/>
        </p:nvSpPr>
        <p:spPr>
          <a:xfrm>
            <a:off x="6473952" y="1033271"/>
            <a:ext cx="621792" cy="1042415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L_zf_cell_0_0"/>
          <p:cNvSpPr/>
          <p:nvPr/>
        </p:nvSpPr>
        <p:spPr>
          <a:xfrm>
            <a:off x="6638544" y="1161288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L_zf_cell_0_1"/>
          <p:cNvSpPr/>
          <p:nvPr/>
        </p:nvSpPr>
        <p:spPr>
          <a:xfrm>
            <a:off x="6638544" y="1234440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ML_zf_cell_0_2"/>
          <p:cNvSpPr/>
          <p:nvPr/>
        </p:nvSpPr>
        <p:spPr>
          <a:xfrm>
            <a:off x="6638544" y="1307592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L_zf_cell_0_3"/>
          <p:cNvSpPr/>
          <p:nvPr/>
        </p:nvSpPr>
        <p:spPr>
          <a:xfrm>
            <a:off x="6638544" y="1380744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L_zf_cell_1_0"/>
          <p:cNvSpPr/>
          <p:nvPr/>
        </p:nvSpPr>
        <p:spPr>
          <a:xfrm>
            <a:off x="6711696" y="1161288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L_zf_cell_1_1"/>
          <p:cNvSpPr/>
          <p:nvPr/>
        </p:nvSpPr>
        <p:spPr>
          <a:xfrm>
            <a:off x="6711696" y="1234440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L_zf_cell_1_2"/>
          <p:cNvSpPr/>
          <p:nvPr/>
        </p:nvSpPr>
        <p:spPr>
          <a:xfrm>
            <a:off x="6711696" y="1307592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L_zf_cell_1_3"/>
          <p:cNvSpPr/>
          <p:nvPr/>
        </p:nvSpPr>
        <p:spPr>
          <a:xfrm>
            <a:off x="6711696" y="1380744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L_zf_cell_2_0"/>
          <p:cNvSpPr/>
          <p:nvPr/>
        </p:nvSpPr>
        <p:spPr>
          <a:xfrm>
            <a:off x="6784848" y="1161288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L_zf_cell_2_1"/>
          <p:cNvSpPr/>
          <p:nvPr/>
        </p:nvSpPr>
        <p:spPr>
          <a:xfrm>
            <a:off x="6784848" y="1234440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L_zf_cell_2_2"/>
          <p:cNvSpPr/>
          <p:nvPr/>
        </p:nvSpPr>
        <p:spPr>
          <a:xfrm>
            <a:off x="6784848" y="1307592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L_zf_cell_2_3"/>
          <p:cNvSpPr/>
          <p:nvPr/>
        </p:nvSpPr>
        <p:spPr>
          <a:xfrm>
            <a:off x="6784848" y="1380744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L_zf_cell_3_0"/>
          <p:cNvSpPr/>
          <p:nvPr/>
        </p:nvSpPr>
        <p:spPr>
          <a:xfrm>
            <a:off x="6858000" y="1161288"/>
            <a:ext cx="59436" cy="59436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L_zf_cell_3_1"/>
          <p:cNvSpPr/>
          <p:nvPr/>
        </p:nvSpPr>
        <p:spPr>
          <a:xfrm>
            <a:off x="6858000" y="1234440"/>
            <a:ext cx="59436" cy="59436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L_zf_cell_3_2"/>
          <p:cNvSpPr/>
          <p:nvPr/>
        </p:nvSpPr>
        <p:spPr>
          <a:xfrm>
            <a:off x="6858000" y="1307592"/>
            <a:ext cx="59436" cy="59436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L_zf_cell_3_3"/>
          <p:cNvSpPr/>
          <p:nvPr/>
        </p:nvSpPr>
        <p:spPr>
          <a:xfrm>
            <a:off x="6858000" y="1380744"/>
            <a:ext cx="59436" cy="59436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L_zf_label"/>
          <p:cNvSpPr txBox="1"/>
          <p:nvPr/>
        </p:nvSpPr>
        <p:spPr>
          <a:xfrm>
            <a:off x="6501384" y="1783079"/>
            <a:ext cx="56692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zₜ₊ₕ</a:t>
            </a:r>
          </a:p>
        </p:txBody>
      </p:sp>
      <p:sp>
        <p:nvSpPr>
          <p:cNvPr id="48" name="ML_O"/>
          <p:cNvSpPr/>
          <p:nvPr/>
        </p:nvSpPr>
        <p:spPr>
          <a:xfrm>
            <a:off x="7434072" y="1179576"/>
            <a:ext cx="475488" cy="749808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/>
              </a:rPr>
              <a:t>O</a:t>
            </a:r>
          </a:p>
        </p:txBody>
      </p:sp>
      <p:sp>
        <p:nvSpPr>
          <p:cNvPr id="49" name="ML_r"/>
          <p:cNvSpPr/>
          <p:nvPr/>
        </p:nvSpPr>
        <p:spPr>
          <a:xfrm>
            <a:off x="8174736" y="1179576"/>
            <a:ext cx="566928" cy="749808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rial"/>
              </a:rPr>
              <a:t>rₕ</a:t>
            </a:r>
          </a:p>
        </p:txBody>
      </p:sp>
      <p:sp>
        <p:nvSpPr>
          <p:cNvPr id="50" name="ML_plus"/>
          <p:cNvSpPr/>
          <p:nvPr/>
        </p:nvSpPr>
        <p:spPr>
          <a:xfrm>
            <a:off x="9025128" y="1335024"/>
            <a:ext cx="420624" cy="42062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/>
              </a:rPr>
              <a:t>+</a:t>
            </a:r>
          </a:p>
        </p:txBody>
      </p:sp>
      <p:sp>
        <p:nvSpPr>
          <p:cNvPr id="51" name="ML_out"/>
          <p:cNvSpPr/>
          <p:nvPr/>
        </p:nvSpPr>
        <p:spPr>
          <a:xfrm>
            <a:off x="9784080" y="868680"/>
            <a:ext cx="1078992" cy="11155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L_out_visual"/>
          <p:cNvSpPr/>
          <p:nvPr/>
        </p:nvSpPr>
        <p:spPr>
          <a:xfrm>
            <a:off x="9893807" y="978407"/>
            <a:ext cx="859536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L_out_title"/>
          <p:cNvSpPr txBox="1"/>
          <p:nvPr/>
        </p:nvSpPr>
        <p:spPr>
          <a:xfrm>
            <a:off x="9857232" y="1645919"/>
            <a:ext cx="93268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ŷ(t+h)</a:t>
            </a:r>
          </a:p>
        </p:txBody>
      </p:sp>
      <p:sp>
        <p:nvSpPr>
          <p:cNvPr id="54" name="ML_out_hint"/>
          <p:cNvSpPr txBox="1"/>
          <p:nvPr/>
        </p:nvSpPr>
        <p:spPr>
          <a:xfrm>
            <a:off x="9857232" y="1801368"/>
            <a:ext cx="93268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  <p:cxnSp>
        <p:nvCxnSpPr>
          <p:cNvPr id="55" name="ML_chain_0"/>
          <p:cNvCxnSpPr/>
          <p:nvPr/>
        </p:nvCxnSpPr>
        <p:spPr>
          <a:xfrm>
            <a:off x="1463040" y="1508760"/>
            <a:ext cx="274320" cy="0"/>
          </a:xfrm>
          <a:prstGeom prst="line">
            <a:avLst/>
          </a:prstGeom>
          <a:ln w="1841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ML_chain_1"/>
          <p:cNvCxnSpPr/>
          <p:nvPr/>
        </p:nvCxnSpPr>
        <p:spPr>
          <a:xfrm>
            <a:off x="2542032" y="1508760"/>
            <a:ext cx="265176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ML_chain_2"/>
          <p:cNvCxnSpPr/>
          <p:nvPr/>
        </p:nvCxnSpPr>
        <p:spPr>
          <a:xfrm>
            <a:off x="3429000" y="1508760"/>
            <a:ext cx="1344168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ML_chain_3"/>
          <p:cNvCxnSpPr/>
          <p:nvPr/>
        </p:nvCxnSpPr>
        <p:spPr>
          <a:xfrm>
            <a:off x="5961888" y="1508760"/>
            <a:ext cx="512064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ML_chain_4"/>
          <p:cNvCxnSpPr/>
          <p:nvPr/>
        </p:nvCxnSpPr>
        <p:spPr>
          <a:xfrm>
            <a:off x="7095744" y="1508760"/>
            <a:ext cx="338328" cy="0"/>
          </a:xfrm>
          <a:prstGeom prst="line">
            <a:avLst/>
          </a:prstGeom>
          <a:ln w="1841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ML_chain_5"/>
          <p:cNvCxnSpPr/>
          <p:nvPr/>
        </p:nvCxnSpPr>
        <p:spPr>
          <a:xfrm>
            <a:off x="7909560" y="1508760"/>
            <a:ext cx="265176" cy="0"/>
          </a:xfrm>
          <a:prstGeom prst="line">
            <a:avLst/>
          </a:prstGeom>
          <a:ln w="18415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ML_chain_6"/>
          <p:cNvCxnSpPr/>
          <p:nvPr/>
        </p:nvCxnSpPr>
        <p:spPr>
          <a:xfrm>
            <a:off x="8741664" y="1508760"/>
            <a:ext cx="283464" cy="0"/>
          </a:xfrm>
          <a:prstGeom prst="line">
            <a:avLst/>
          </a:prstGeom>
          <a:ln w="1841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ML_chain_7"/>
          <p:cNvCxnSpPr/>
          <p:nvPr/>
        </p:nvCxnSpPr>
        <p:spPr>
          <a:xfrm>
            <a:off x="9445752" y="1508760"/>
            <a:ext cx="338328" cy="0"/>
          </a:xfrm>
          <a:prstGeom prst="line">
            <a:avLst/>
          </a:prstGeom>
          <a:ln w="1841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ML_u"/>
          <p:cNvSpPr/>
          <p:nvPr/>
        </p:nvSpPr>
        <p:spPr>
          <a:xfrm>
            <a:off x="3694176" y="658368"/>
            <a:ext cx="914400" cy="658368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ML_u_T_label"/>
          <p:cNvSpPr txBox="1"/>
          <p:nvPr/>
        </p:nvSpPr>
        <p:spPr>
          <a:xfrm>
            <a:off x="3749039" y="722376"/>
            <a:ext cx="164592" cy="112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/>
              </a:rPr>
              <a:t>T</a:t>
            </a:r>
          </a:p>
        </p:txBody>
      </p:sp>
      <p:cxnSp>
        <p:nvCxnSpPr>
          <p:cNvPr id="65" name="ML_u_T_segment_1"/>
          <p:cNvCxnSpPr/>
          <p:nvPr/>
        </p:nvCxnSpPr>
        <p:spPr>
          <a:xfrm flipV="1">
            <a:off x="3950208" y="759592"/>
            <a:ext cx="91440" cy="3270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ML_u_T_segment_2"/>
          <p:cNvCxnSpPr/>
          <p:nvPr/>
        </p:nvCxnSpPr>
        <p:spPr>
          <a:xfrm>
            <a:off x="4041648" y="759592"/>
            <a:ext cx="182880" cy="4398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ML_u_T_segment_3"/>
          <p:cNvCxnSpPr/>
          <p:nvPr/>
        </p:nvCxnSpPr>
        <p:spPr>
          <a:xfrm flipV="1">
            <a:off x="4224528" y="769741"/>
            <a:ext cx="292608" cy="33833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ML_u_P_label"/>
          <p:cNvSpPr txBox="1"/>
          <p:nvPr/>
        </p:nvSpPr>
        <p:spPr>
          <a:xfrm>
            <a:off x="3749039" y="835152"/>
            <a:ext cx="164592" cy="112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/>
              </a:rPr>
              <a:t>P</a:t>
            </a:r>
          </a:p>
        </p:txBody>
      </p:sp>
      <p:cxnSp>
        <p:nvCxnSpPr>
          <p:cNvPr id="69" name="ML_u_P_segment_1"/>
          <p:cNvCxnSpPr/>
          <p:nvPr/>
        </p:nvCxnSpPr>
        <p:spPr>
          <a:xfrm>
            <a:off x="3950208" y="905073"/>
            <a:ext cx="91440" cy="1127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ML_u_P_segment_2"/>
          <p:cNvCxnSpPr/>
          <p:nvPr/>
        </p:nvCxnSpPr>
        <p:spPr>
          <a:xfrm flipV="1">
            <a:off x="4041648" y="875751"/>
            <a:ext cx="182880" cy="40599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ML_u_P_segment_3"/>
          <p:cNvCxnSpPr/>
          <p:nvPr/>
        </p:nvCxnSpPr>
        <p:spPr>
          <a:xfrm>
            <a:off x="4224528" y="875751"/>
            <a:ext cx="292608" cy="6766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ML_u_R_label"/>
          <p:cNvSpPr txBox="1"/>
          <p:nvPr/>
        </p:nvSpPr>
        <p:spPr>
          <a:xfrm>
            <a:off x="3749039" y="947928"/>
            <a:ext cx="164592" cy="112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/>
              </a:rPr>
              <a:t>R</a:t>
            </a:r>
          </a:p>
        </p:txBody>
      </p:sp>
      <p:cxnSp>
        <p:nvCxnSpPr>
          <p:cNvPr id="73" name="ML_u_R_segment_1"/>
          <p:cNvCxnSpPr/>
          <p:nvPr/>
        </p:nvCxnSpPr>
        <p:spPr>
          <a:xfrm flipV="1">
            <a:off x="3950208" y="985144"/>
            <a:ext cx="91440" cy="3270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ML_u_R_segment_2"/>
          <p:cNvCxnSpPr/>
          <p:nvPr/>
        </p:nvCxnSpPr>
        <p:spPr>
          <a:xfrm>
            <a:off x="4041648" y="985144"/>
            <a:ext cx="182880" cy="3383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ML_u_R_segment_3"/>
          <p:cNvCxnSpPr/>
          <p:nvPr/>
        </p:nvCxnSpPr>
        <p:spPr>
          <a:xfrm>
            <a:off x="4224528" y="988527"/>
            <a:ext cx="292608" cy="33833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ML_u_label"/>
          <p:cNvSpPr txBox="1"/>
          <p:nvPr/>
        </p:nvSpPr>
        <p:spPr>
          <a:xfrm>
            <a:off x="3721608" y="1088136"/>
            <a:ext cx="85953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future u</a:t>
            </a:r>
          </a:p>
        </p:txBody>
      </p:sp>
      <p:sp>
        <p:nvSpPr>
          <p:cNvPr id="77" name="ML_g"/>
          <p:cNvSpPr/>
          <p:nvPr/>
        </p:nvSpPr>
        <p:spPr>
          <a:xfrm>
            <a:off x="3675887" y="1664208"/>
            <a:ext cx="896112" cy="694944"/>
          </a:xfrm>
          <a:prstGeom prst="roundRect">
            <a:avLst/>
          </a:prstGeom>
          <a:solidFill>
            <a:srgbClr val="EDF5EE"/>
          </a:solidFill>
          <a:ln w="1270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ML_g_landcover"/>
          <p:cNvSpPr/>
          <p:nvPr/>
        </p:nvSpPr>
        <p:spPr>
          <a:xfrm>
            <a:off x="3739896" y="1737360"/>
            <a:ext cx="356616" cy="384048"/>
          </a:xfrm>
          <a:prstGeom prst="rect">
            <a:avLst/>
          </a:prstGeom>
          <a:solidFill>
            <a:srgbClr val="D8E8C9"/>
          </a:solidFill>
          <a:ln w="8890">
            <a:solidFill>
              <a:srgbClr val="A8B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ML_g_patch_1"/>
          <p:cNvSpPr/>
          <p:nvPr/>
        </p:nvSpPr>
        <p:spPr>
          <a:xfrm>
            <a:off x="3785615" y="1783080"/>
            <a:ext cx="182880" cy="128016"/>
          </a:xfrm>
          <a:prstGeom prst="rect">
            <a:avLst/>
          </a:prstGeom>
          <a:solidFill>
            <a:srgbClr val="467A55"/>
          </a:solidFill>
          <a:ln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L_g_patch_2"/>
          <p:cNvSpPr/>
          <p:nvPr/>
        </p:nvSpPr>
        <p:spPr>
          <a:xfrm>
            <a:off x="3986783" y="1773936"/>
            <a:ext cx="91439" cy="201168"/>
          </a:xfrm>
          <a:prstGeom prst="rect">
            <a:avLst/>
          </a:prstGeom>
          <a:solidFill>
            <a:srgbClr val="D5A848"/>
          </a:solidFill>
          <a:ln>
            <a:solidFill>
              <a:srgbClr val="D5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L_g_patch_3"/>
          <p:cNvSpPr/>
          <p:nvPr/>
        </p:nvSpPr>
        <p:spPr>
          <a:xfrm>
            <a:off x="3813048" y="1947672"/>
            <a:ext cx="265176" cy="128016"/>
          </a:xfrm>
          <a:prstGeom prst="rect">
            <a:avLst/>
          </a:prstGeom>
          <a:solidFill>
            <a:srgbClr val="7AA66C"/>
          </a:solidFill>
          <a:ln>
            <a:solidFill>
              <a:srgbClr val="7AA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L_g_dem"/>
          <p:cNvSpPr/>
          <p:nvPr/>
        </p:nvSpPr>
        <p:spPr>
          <a:xfrm>
            <a:off x="4151375" y="1737360"/>
            <a:ext cx="356616" cy="384048"/>
          </a:xfrm>
          <a:prstGeom prst="rect">
            <a:avLst/>
          </a:prstGeom>
          <a:solidFill>
            <a:srgbClr val="E7E9EC"/>
          </a:solidFill>
          <a:ln w="8890">
            <a:solidFill>
              <a:srgbClr val="A8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ML_g_contour_0"/>
          <p:cNvCxnSpPr/>
          <p:nvPr/>
        </p:nvCxnSpPr>
        <p:spPr>
          <a:xfrm>
            <a:off x="4187951" y="1801368"/>
            <a:ext cx="283465" cy="45720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ML_g_contour_1"/>
          <p:cNvCxnSpPr/>
          <p:nvPr/>
        </p:nvCxnSpPr>
        <p:spPr>
          <a:xfrm>
            <a:off x="4187951" y="1901952"/>
            <a:ext cx="283465" cy="18288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ML_g_contour_2"/>
          <p:cNvCxnSpPr/>
          <p:nvPr/>
        </p:nvCxnSpPr>
        <p:spPr>
          <a:xfrm flipV="1">
            <a:off x="4187951" y="1993392"/>
            <a:ext cx="283465" cy="9144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ML_g_label"/>
          <p:cNvSpPr txBox="1"/>
          <p:nvPr/>
        </p:nvSpPr>
        <p:spPr>
          <a:xfrm>
            <a:off x="3703320" y="2139696"/>
            <a:ext cx="841247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geo g</a:t>
            </a:r>
          </a:p>
        </p:txBody>
      </p:sp>
      <p:sp>
        <p:nvSpPr>
          <p:cNvPr id="87" name="ML_h"/>
          <p:cNvSpPr/>
          <p:nvPr/>
        </p:nvSpPr>
        <p:spPr>
          <a:xfrm>
            <a:off x="4846320" y="640080"/>
            <a:ext cx="438912" cy="603504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horizon
h</a:t>
            </a:r>
          </a:p>
        </p:txBody>
      </p:sp>
      <p:cxnSp>
        <p:nvCxnSpPr>
          <p:cNvPr id="88" name="ML_u_T"/>
          <p:cNvCxnSpPr/>
          <p:nvPr/>
        </p:nvCxnSpPr>
        <p:spPr>
          <a:xfrm flipV="1">
            <a:off x="4608576" y="914399"/>
            <a:ext cx="402336" cy="82297"/>
          </a:xfrm>
          <a:prstGeom prst="line">
            <a:avLst/>
          </a:prstGeom>
          <a:ln w="13335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ML_g_T"/>
          <p:cNvCxnSpPr/>
          <p:nvPr/>
        </p:nvCxnSpPr>
        <p:spPr>
          <a:xfrm>
            <a:off x="4572000" y="2011680"/>
            <a:ext cx="649224" cy="182880"/>
          </a:xfrm>
          <a:prstGeom prst="line">
            <a:avLst/>
          </a:prstGeom>
          <a:ln w="13335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ML_h_T"/>
          <p:cNvCxnSpPr/>
          <p:nvPr/>
        </p:nvCxnSpPr>
        <p:spPr>
          <a:xfrm flipV="1">
            <a:off x="5065776" y="914399"/>
            <a:ext cx="283464" cy="329185"/>
          </a:xfrm>
          <a:prstGeom prst="line">
            <a:avLst/>
          </a:prstGeom>
          <a:ln w="12700">
            <a:solidFill>
              <a:srgbClr val="667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ML_b"/>
          <p:cNvSpPr/>
          <p:nvPr/>
        </p:nvSpPr>
        <p:spPr>
          <a:xfrm>
            <a:off x="1792224" y="2194560"/>
            <a:ext cx="1874519" cy="47548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context-only forecast bₕ</a:t>
            </a:r>
          </a:p>
        </p:txBody>
      </p:sp>
      <p:cxnSp>
        <p:nvCxnSpPr>
          <p:cNvPr id="92" name="ML_q_b_1"/>
          <p:cNvCxnSpPr/>
          <p:nvPr/>
        </p:nvCxnSpPr>
        <p:spPr>
          <a:xfrm>
            <a:off x="2139696" y="1929384"/>
            <a:ext cx="0" cy="155447"/>
          </a:xfrm>
          <a:prstGeom prst="line">
            <a:avLst/>
          </a:prstGeom>
          <a:ln w="1333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ML_q_b_2"/>
          <p:cNvCxnSpPr/>
          <p:nvPr/>
        </p:nvCxnSpPr>
        <p:spPr>
          <a:xfrm>
            <a:off x="2139696" y="2084831"/>
            <a:ext cx="585216" cy="109729"/>
          </a:xfrm>
          <a:prstGeom prst="line">
            <a:avLst/>
          </a:prstGeom>
          <a:ln w="1333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ML_b_plus_1"/>
          <p:cNvCxnSpPr/>
          <p:nvPr/>
        </p:nvCxnSpPr>
        <p:spPr>
          <a:xfrm>
            <a:off x="3666744" y="2432304"/>
            <a:ext cx="5568696" cy="0"/>
          </a:xfrm>
          <a:prstGeom prst="line">
            <a:avLst/>
          </a:prstGeom>
          <a:ln w="14604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ML_b_plus_2"/>
          <p:cNvCxnSpPr/>
          <p:nvPr/>
        </p:nvCxnSpPr>
        <p:spPr>
          <a:xfrm flipV="1">
            <a:off x="9235440" y="1755648"/>
            <a:ext cx="0" cy="676656"/>
          </a:xfrm>
          <a:prstGeom prst="line">
            <a:avLst/>
          </a:prstGeom>
          <a:ln w="14604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ML_Q3"/>
          <p:cNvSpPr/>
          <p:nvPr/>
        </p:nvSpPr>
        <p:spPr>
          <a:xfrm>
            <a:off x="6181344" y="548640"/>
            <a:ext cx="950976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256A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L_Q3_title"/>
          <p:cNvSpPr txBox="1"/>
          <p:nvPr/>
        </p:nvSpPr>
        <p:spPr>
          <a:xfrm>
            <a:off x="6227064" y="566928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7256A8"/>
                </a:solidFill>
                <a:latin typeface="Arial"/>
              </a:rPr>
              <a:t>Q3</a:t>
            </a:r>
          </a:p>
        </p:txBody>
      </p:sp>
      <p:sp>
        <p:nvSpPr>
          <p:cNvPr id="98" name="ML_Q3_subtitle"/>
          <p:cNvSpPr txBox="1"/>
          <p:nvPr/>
        </p:nvSpPr>
        <p:spPr>
          <a:xfrm>
            <a:off x="6227064" y="784189"/>
            <a:ext cx="859536" cy="23554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replace u</a:t>
            </a:r>
          </a:p>
        </p:txBody>
      </p:sp>
      <p:cxnSp>
        <p:nvCxnSpPr>
          <p:cNvPr id="99" name="ML_Q3_ptr"/>
          <p:cNvCxnSpPr/>
          <p:nvPr/>
        </p:nvCxnSpPr>
        <p:spPr>
          <a:xfrm flipH="1" flipV="1">
            <a:off x="5623560" y="914399"/>
            <a:ext cx="1033272" cy="146305"/>
          </a:xfrm>
          <a:prstGeom prst="line">
            <a:avLst/>
          </a:prstGeom>
          <a:ln w="11430">
            <a:solidFill>
              <a:srgbClr val="7256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ML_Q2"/>
          <p:cNvSpPr/>
          <p:nvPr/>
        </p:nvSpPr>
        <p:spPr>
          <a:xfrm>
            <a:off x="8229600" y="548640"/>
            <a:ext cx="950976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L_Q2_title"/>
          <p:cNvSpPr txBox="1"/>
          <p:nvPr/>
        </p:nvSpPr>
        <p:spPr>
          <a:xfrm>
            <a:off x="8275320" y="566928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C96A16"/>
                </a:solidFill>
                <a:latin typeface="Arial"/>
              </a:rPr>
              <a:t>Q2</a:t>
            </a:r>
          </a:p>
        </p:txBody>
      </p:sp>
      <p:sp>
        <p:nvSpPr>
          <p:cNvPr id="102" name="ML_Q2_subtitle"/>
          <p:cNvSpPr txBox="1"/>
          <p:nvPr/>
        </p:nvSpPr>
        <p:spPr>
          <a:xfrm>
            <a:off x="8275320" y="784189"/>
            <a:ext cx="859536" cy="23554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remove rₕ</a:t>
            </a:r>
          </a:p>
        </p:txBody>
      </p:sp>
      <p:cxnSp>
        <p:nvCxnSpPr>
          <p:cNvPr id="103" name="ML_Q2_ptr"/>
          <p:cNvCxnSpPr/>
          <p:nvPr/>
        </p:nvCxnSpPr>
        <p:spPr>
          <a:xfrm flipH="1">
            <a:off x="8458200" y="1060704"/>
            <a:ext cx="246888" cy="118872"/>
          </a:xfrm>
          <a:prstGeom prst="line">
            <a:avLst/>
          </a:prstGeom>
          <a:ln w="11430">
            <a:solidFill>
              <a:srgbClr val="C96A1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ML_equation"/>
          <p:cNvSpPr txBox="1"/>
          <p:nvPr/>
        </p:nvSpPr>
        <p:spPr>
          <a:xfrm>
            <a:off x="10936224" y="1097280"/>
            <a:ext cx="859536" cy="7863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C96A16"/>
                </a:solidFill>
                <a:latin typeface="Arial"/>
              </a:rPr>
              <a:t>ŷ = bₕ
+ rₕ</a:t>
            </a:r>
          </a:p>
        </p:txBody>
      </p:sp>
      <p:sp>
        <p:nvSpPr>
          <p:cNvPr id="105" name="ML_B_panel"/>
          <p:cNvSpPr/>
          <p:nvPr/>
        </p:nvSpPr>
        <p:spPr>
          <a:xfrm>
            <a:off x="146304" y="3136392"/>
            <a:ext cx="3712463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ML_B_header"/>
          <p:cNvSpPr/>
          <p:nvPr/>
        </p:nvSpPr>
        <p:spPr>
          <a:xfrm>
            <a:off x="146304" y="3136392"/>
            <a:ext cx="3712463" cy="39319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(b) History-only state construction</a:t>
            </a:r>
          </a:p>
        </p:txBody>
      </p:sp>
      <p:sp>
        <p:nvSpPr>
          <p:cNvPr id="107" name="ML_B_note"/>
          <p:cNvSpPr txBox="1"/>
          <p:nvPr/>
        </p:nvSpPr>
        <p:spPr>
          <a:xfrm>
            <a:off x="384048" y="3675887"/>
            <a:ext cx="3236976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/>
              </a:rPr>
              <a:t>Cloud-aware context tokens are shared by both branches.</a:t>
            </a:r>
          </a:p>
        </p:txBody>
      </p:sp>
      <p:sp>
        <p:nvSpPr>
          <p:cNvPr id="108" name="ML_B_tokens_0_0"/>
          <p:cNvSpPr/>
          <p:nvPr/>
        </p:nvSpPr>
        <p:spPr>
          <a:xfrm>
            <a:off x="475488" y="4407408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ML_B_tokens_0_1"/>
          <p:cNvSpPr/>
          <p:nvPr/>
        </p:nvSpPr>
        <p:spPr>
          <a:xfrm>
            <a:off x="475488" y="4604004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ML_B_tokens_0_2"/>
          <p:cNvSpPr/>
          <p:nvPr/>
        </p:nvSpPr>
        <p:spPr>
          <a:xfrm>
            <a:off x="475488" y="4800600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ML_B_tokens_0_3"/>
          <p:cNvSpPr/>
          <p:nvPr/>
        </p:nvSpPr>
        <p:spPr>
          <a:xfrm>
            <a:off x="475488" y="4997196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ML_B_tokens_1_0"/>
          <p:cNvSpPr/>
          <p:nvPr/>
        </p:nvSpPr>
        <p:spPr>
          <a:xfrm>
            <a:off x="672084" y="4407408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ML_B_tokens_1_1"/>
          <p:cNvSpPr/>
          <p:nvPr/>
        </p:nvSpPr>
        <p:spPr>
          <a:xfrm>
            <a:off x="672084" y="4604004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ML_B_tokens_1_2"/>
          <p:cNvSpPr/>
          <p:nvPr/>
        </p:nvSpPr>
        <p:spPr>
          <a:xfrm>
            <a:off x="672084" y="4800600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ML_B_tokens_1_3"/>
          <p:cNvSpPr/>
          <p:nvPr/>
        </p:nvSpPr>
        <p:spPr>
          <a:xfrm>
            <a:off x="672084" y="4997196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ML_B_tokens_2_0"/>
          <p:cNvSpPr/>
          <p:nvPr/>
        </p:nvSpPr>
        <p:spPr>
          <a:xfrm>
            <a:off x="868680" y="4407408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ML_B_tokens_2_1"/>
          <p:cNvSpPr/>
          <p:nvPr/>
        </p:nvSpPr>
        <p:spPr>
          <a:xfrm>
            <a:off x="868680" y="4604004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ML_B_tokens_2_2"/>
          <p:cNvSpPr/>
          <p:nvPr/>
        </p:nvSpPr>
        <p:spPr>
          <a:xfrm>
            <a:off x="868680" y="4800600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ML_B_tokens_2_3"/>
          <p:cNvSpPr/>
          <p:nvPr/>
        </p:nvSpPr>
        <p:spPr>
          <a:xfrm>
            <a:off x="868680" y="4997196"/>
            <a:ext cx="155448" cy="155448"/>
          </a:xfrm>
          <a:prstGeom prst="rect">
            <a:avLst/>
          </a:prstGeom>
          <a:solidFill>
            <a:srgbClr val="7256A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ML_B_tokens_3_0"/>
          <p:cNvSpPr/>
          <p:nvPr/>
        </p:nvSpPr>
        <p:spPr>
          <a:xfrm>
            <a:off x="1065276" y="4407408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ML_B_tokens_3_1"/>
          <p:cNvSpPr/>
          <p:nvPr/>
        </p:nvSpPr>
        <p:spPr>
          <a:xfrm>
            <a:off x="1065276" y="4604004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ML_B_tokens_3_2"/>
          <p:cNvSpPr/>
          <p:nvPr/>
        </p:nvSpPr>
        <p:spPr>
          <a:xfrm>
            <a:off x="1065276" y="4800600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ML_B_tokens_3_3"/>
          <p:cNvSpPr/>
          <p:nvPr/>
        </p:nvSpPr>
        <p:spPr>
          <a:xfrm>
            <a:off x="1065276" y="4997196"/>
            <a:ext cx="155448" cy="155448"/>
          </a:xfrm>
          <a:prstGeom prst="rect">
            <a:avLst/>
          </a:prstGeom>
          <a:solidFill>
            <a:srgbClr val="2F6F9F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ML_B_tokens_4_0"/>
          <p:cNvSpPr/>
          <p:nvPr/>
        </p:nvSpPr>
        <p:spPr>
          <a:xfrm>
            <a:off x="1261872" y="4407408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ML_B_tokens_4_1"/>
          <p:cNvSpPr/>
          <p:nvPr/>
        </p:nvSpPr>
        <p:spPr>
          <a:xfrm>
            <a:off x="1261872" y="4604004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ML_B_tokens_4_2"/>
          <p:cNvSpPr/>
          <p:nvPr/>
        </p:nvSpPr>
        <p:spPr>
          <a:xfrm>
            <a:off x="1261872" y="4800600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ML_B_tokens_4_3"/>
          <p:cNvSpPr/>
          <p:nvPr/>
        </p:nvSpPr>
        <p:spPr>
          <a:xfrm>
            <a:off x="1261872" y="4997196"/>
            <a:ext cx="155448" cy="155448"/>
          </a:xfrm>
          <a:prstGeom prst="rect">
            <a:avLst/>
          </a:prstGeom>
          <a:solidFill>
            <a:srgbClr val="238B7B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ML_B_token_label"/>
          <p:cNvSpPr txBox="1"/>
          <p:nvPr/>
        </p:nvSpPr>
        <p:spPr>
          <a:xfrm>
            <a:off x="365760" y="5157216"/>
            <a:ext cx="11430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00" b="1">
                <a:solidFill>
                  <a:srgbClr val="2F6F9F"/>
                </a:solidFill>
                <a:latin typeface="Arial"/>
              </a:rPr>
              <a:t>context tokens</a:t>
            </a:r>
          </a:p>
        </p:txBody>
      </p:sp>
      <p:sp>
        <p:nvSpPr>
          <p:cNvPr id="129" name="ML_B_P"/>
          <p:cNvSpPr/>
          <p:nvPr/>
        </p:nvSpPr>
        <p:spPr>
          <a:xfrm>
            <a:off x="1664208" y="4526280"/>
            <a:ext cx="658368" cy="69494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P</a:t>
            </a:r>
          </a:p>
        </p:txBody>
      </p:sp>
      <p:sp>
        <p:nvSpPr>
          <p:cNvPr id="130" name="ML_B_zt"/>
          <p:cNvSpPr/>
          <p:nvPr/>
        </p:nvSpPr>
        <p:spPr>
          <a:xfrm>
            <a:off x="2596896" y="4325112"/>
            <a:ext cx="694944" cy="1097280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ML_B_zt_cell_0_0"/>
          <p:cNvSpPr/>
          <p:nvPr/>
        </p:nvSpPr>
        <p:spPr>
          <a:xfrm>
            <a:off x="2761488" y="445312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ML_B_zt_cell_0_1"/>
          <p:cNvSpPr/>
          <p:nvPr/>
        </p:nvSpPr>
        <p:spPr>
          <a:xfrm>
            <a:off x="2761488" y="454456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ML_B_zt_cell_0_2"/>
          <p:cNvSpPr/>
          <p:nvPr/>
        </p:nvSpPr>
        <p:spPr>
          <a:xfrm>
            <a:off x="2761488" y="463600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ML_B_zt_cell_0_3"/>
          <p:cNvSpPr/>
          <p:nvPr/>
        </p:nvSpPr>
        <p:spPr>
          <a:xfrm>
            <a:off x="2761488" y="472744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ML_B_zt_cell_1_0"/>
          <p:cNvSpPr/>
          <p:nvPr/>
        </p:nvSpPr>
        <p:spPr>
          <a:xfrm>
            <a:off x="2852928" y="445312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ML_B_zt_cell_1_1"/>
          <p:cNvSpPr/>
          <p:nvPr/>
        </p:nvSpPr>
        <p:spPr>
          <a:xfrm>
            <a:off x="2852928" y="454456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ML_B_zt_cell_1_2"/>
          <p:cNvSpPr/>
          <p:nvPr/>
        </p:nvSpPr>
        <p:spPr>
          <a:xfrm>
            <a:off x="2852928" y="463600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ML_B_zt_cell_1_3"/>
          <p:cNvSpPr/>
          <p:nvPr/>
        </p:nvSpPr>
        <p:spPr>
          <a:xfrm>
            <a:off x="2852928" y="472744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ML_B_zt_cell_2_0"/>
          <p:cNvSpPr/>
          <p:nvPr/>
        </p:nvSpPr>
        <p:spPr>
          <a:xfrm>
            <a:off x="2944368" y="445312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L_B_zt_cell_2_1"/>
          <p:cNvSpPr/>
          <p:nvPr/>
        </p:nvSpPr>
        <p:spPr>
          <a:xfrm>
            <a:off x="2944368" y="454456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ML_B_zt_cell_2_2"/>
          <p:cNvSpPr/>
          <p:nvPr/>
        </p:nvSpPr>
        <p:spPr>
          <a:xfrm>
            <a:off x="2944368" y="463600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L_B_zt_cell_2_3"/>
          <p:cNvSpPr/>
          <p:nvPr/>
        </p:nvSpPr>
        <p:spPr>
          <a:xfrm>
            <a:off x="2944368" y="472744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L_B_zt_cell_3_0"/>
          <p:cNvSpPr/>
          <p:nvPr/>
        </p:nvSpPr>
        <p:spPr>
          <a:xfrm>
            <a:off x="3035808" y="4453128"/>
            <a:ext cx="77724" cy="77724"/>
          </a:xfrm>
          <a:prstGeom prst="rect">
            <a:avLst/>
          </a:prstGeom>
          <a:solidFill>
            <a:srgbClr val="C6E2DD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L_B_zt_cell_3_1"/>
          <p:cNvSpPr/>
          <p:nvPr/>
        </p:nvSpPr>
        <p:spPr>
          <a:xfrm>
            <a:off x="3035808" y="4544568"/>
            <a:ext cx="77724" cy="77724"/>
          </a:xfrm>
          <a:prstGeom prst="rect">
            <a:avLst/>
          </a:prstGeom>
          <a:solidFill>
            <a:srgbClr val="238B7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L_B_zt_cell_3_2"/>
          <p:cNvSpPr/>
          <p:nvPr/>
        </p:nvSpPr>
        <p:spPr>
          <a:xfrm>
            <a:off x="3035808" y="4636008"/>
            <a:ext cx="77724" cy="77724"/>
          </a:xfrm>
          <a:prstGeom prst="rect">
            <a:avLst/>
          </a:prstGeom>
          <a:solidFill>
            <a:srgbClr val="57A89B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ML_B_zt_cell_3_3"/>
          <p:cNvSpPr/>
          <p:nvPr/>
        </p:nvSpPr>
        <p:spPr>
          <a:xfrm>
            <a:off x="3035808" y="4727448"/>
            <a:ext cx="77724" cy="77724"/>
          </a:xfrm>
          <a:prstGeom prst="rect">
            <a:avLst/>
          </a:prstGeom>
          <a:solidFill>
            <a:srgbClr val="8BC2B9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ML_B_zt_label"/>
          <p:cNvSpPr txBox="1"/>
          <p:nvPr/>
        </p:nvSpPr>
        <p:spPr>
          <a:xfrm>
            <a:off x="2624327" y="5129784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zₜ</a:t>
            </a:r>
          </a:p>
        </p:txBody>
      </p:sp>
      <p:cxnSp>
        <p:nvCxnSpPr>
          <p:cNvPr id="148" name="ML_B_tokens_P"/>
          <p:cNvCxnSpPr/>
          <p:nvPr/>
        </p:nvCxnSpPr>
        <p:spPr>
          <a:xfrm>
            <a:off x="1353312" y="4873752"/>
            <a:ext cx="310896" cy="0"/>
          </a:xfrm>
          <a:prstGeom prst="line">
            <a:avLst/>
          </a:prstGeom>
          <a:ln w="16510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ML_B_P_zt"/>
          <p:cNvCxnSpPr/>
          <p:nvPr/>
        </p:nvCxnSpPr>
        <p:spPr>
          <a:xfrm>
            <a:off x="2322576" y="4873752"/>
            <a:ext cx="274320" cy="0"/>
          </a:xfrm>
          <a:prstGeom prst="line">
            <a:avLst/>
          </a:prstGeom>
          <a:ln w="16510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ML_B_base"/>
          <p:cNvSpPr/>
          <p:nvPr/>
        </p:nvSpPr>
        <p:spPr>
          <a:xfrm>
            <a:off x="1078992" y="5788152"/>
            <a:ext cx="1700784" cy="475488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context forecast bₕ</a:t>
            </a:r>
          </a:p>
        </p:txBody>
      </p:sp>
      <p:cxnSp>
        <p:nvCxnSpPr>
          <p:cNvPr id="151" name="ML_B_tokens_base_1"/>
          <p:cNvCxnSpPr/>
          <p:nvPr/>
        </p:nvCxnSpPr>
        <p:spPr>
          <a:xfrm>
            <a:off x="969264" y="5193792"/>
            <a:ext cx="0" cy="402336"/>
          </a:xfrm>
          <a:prstGeom prst="line">
            <a:avLst/>
          </a:prstGeom>
          <a:ln w="13335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ML_B_tokens_base_2"/>
          <p:cNvCxnSpPr/>
          <p:nvPr/>
        </p:nvCxnSpPr>
        <p:spPr>
          <a:xfrm>
            <a:off x="969264" y="5596128"/>
            <a:ext cx="960120" cy="192024"/>
          </a:xfrm>
          <a:prstGeom prst="line">
            <a:avLst/>
          </a:prstGeom>
          <a:ln w="13335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L_C_panel"/>
          <p:cNvSpPr/>
          <p:nvPr/>
        </p:nvSpPr>
        <p:spPr>
          <a:xfrm>
            <a:off x="3941063" y="3136392"/>
            <a:ext cx="4169663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ML_C_header"/>
          <p:cNvSpPr/>
          <p:nvPr/>
        </p:nvSpPr>
        <p:spPr>
          <a:xfrm>
            <a:off x="3941063" y="3136392"/>
            <a:ext cx="4169663" cy="393192"/>
          </a:xfrm>
          <a:prstGeom prst="roundRect">
            <a:avLst/>
          </a:prstGeom>
          <a:solidFill>
            <a:srgbClr val="F2EFF9"/>
          </a:solidFill>
          <a:ln w="1270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(c) Shared weather-conditioned transition</a:t>
            </a:r>
          </a:p>
        </p:txBody>
      </p:sp>
      <p:sp>
        <p:nvSpPr>
          <p:cNvPr id="155" name="ML_C_u"/>
          <p:cNvSpPr/>
          <p:nvPr/>
        </p:nvSpPr>
        <p:spPr>
          <a:xfrm>
            <a:off x="4187952" y="3749039"/>
            <a:ext cx="1097280" cy="768096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ML_C_u_T_label"/>
          <p:cNvSpPr txBox="1"/>
          <p:nvPr/>
        </p:nvSpPr>
        <p:spPr>
          <a:xfrm>
            <a:off x="4242816" y="3813048"/>
            <a:ext cx="164592" cy="149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/>
              </a:rPr>
              <a:t>T</a:t>
            </a:r>
          </a:p>
        </p:txBody>
      </p:sp>
      <p:cxnSp>
        <p:nvCxnSpPr>
          <p:cNvPr id="157" name="ML_C_u_T_segment_1"/>
          <p:cNvCxnSpPr/>
          <p:nvPr/>
        </p:nvCxnSpPr>
        <p:spPr>
          <a:xfrm flipV="1">
            <a:off x="4443984" y="3862334"/>
            <a:ext cx="160934" cy="4331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ML_C_u_T_segment_2"/>
          <p:cNvCxnSpPr/>
          <p:nvPr/>
        </p:nvCxnSpPr>
        <p:spPr>
          <a:xfrm>
            <a:off x="4604918" y="3862334"/>
            <a:ext cx="219456" cy="58247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ML_C_u_T_segment_3"/>
          <p:cNvCxnSpPr/>
          <p:nvPr/>
        </p:nvCxnSpPr>
        <p:spPr>
          <a:xfrm flipV="1">
            <a:off x="4824374" y="3875775"/>
            <a:ext cx="369418" cy="4480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ML_C_u_P_label"/>
          <p:cNvSpPr txBox="1"/>
          <p:nvPr/>
        </p:nvSpPr>
        <p:spPr>
          <a:xfrm>
            <a:off x="4242816" y="3962399"/>
            <a:ext cx="164592" cy="149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/>
              </a:rPr>
              <a:t>P</a:t>
            </a:r>
          </a:p>
        </p:txBody>
      </p:sp>
      <p:cxnSp>
        <p:nvCxnSpPr>
          <p:cNvPr id="161" name="ML_C_u_P_segment_1"/>
          <p:cNvCxnSpPr/>
          <p:nvPr/>
        </p:nvCxnSpPr>
        <p:spPr>
          <a:xfrm>
            <a:off x="4443984" y="4054998"/>
            <a:ext cx="160934" cy="14935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ML_C_u_P_segment_2"/>
          <p:cNvCxnSpPr/>
          <p:nvPr/>
        </p:nvCxnSpPr>
        <p:spPr>
          <a:xfrm flipV="1">
            <a:off x="4604918" y="4016166"/>
            <a:ext cx="219456" cy="5376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ML_C_u_P_segment_3"/>
          <p:cNvCxnSpPr/>
          <p:nvPr/>
        </p:nvCxnSpPr>
        <p:spPr>
          <a:xfrm>
            <a:off x="4824374" y="4016166"/>
            <a:ext cx="369418" cy="8961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ML_C_u_R_label"/>
          <p:cNvSpPr txBox="1"/>
          <p:nvPr/>
        </p:nvSpPr>
        <p:spPr>
          <a:xfrm>
            <a:off x="4242816" y="4111751"/>
            <a:ext cx="164592" cy="149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/>
              </a:rPr>
              <a:t>R</a:t>
            </a:r>
          </a:p>
        </p:txBody>
      </p:sp>
      <p:cxnSp>
        <p:nvCxnSpPr>
          <p:cNvPr id="165" name="ML_C_u_R_segment_1"/>
          <p:cNvCxnSpPr/>
          <p:nvPr/>
        </p:nvCxnSpPr>
        <p:spPr>
          <a:xfrm flipV="1">
            <a:off x="4443984" y="4161038"/>
            <a:ext cx="160934" cy="4331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ML_C_u_R_segment_2"/>
          <p:cNvCxnSpPr/>
          <p:nvPr/>
        </p:nvCxnSpPr>
        <p:spPr>
          <a:xfrm>
            <a:off x="4604918" y="4161038"/>
            <a:ext cx="219456" cy="4480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ML_C_u_R_segment_3"/>
          <p:cNvCxnSpPr/>
          <p:nvPr/>
        </p:nvCxnSpPr>
        <p:spPr>
          <a:xfrm>
            <a:off x="4824374" y="4165518"/>
            <a:ext cx="369418" cy="44806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ML_C_u_label"/>
          <p:cNvSpPr txBox="1"/>
          <p:nvPr/>
        </p:nvSpPr>
        <p:spPr>
          <a:xfrm>
            <a:off x="4215384" y="4288536"/>
            <a:ext cx="1042415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ordered u</a:t>
            </a:r>
          </a:p>
        </p:txBody>
      </p:sp>
      <p:sp>
        <p:nvSpPr>
          <p:cNvPr id="169" name="ML_C_g"/>
          <p:cNvSpPr/>
          <p:nvPr/>
        </p:nvSpPr>
        <p:spPr>
          <a:xfrm>
            <a:off x="4187952" y="4800600"/>
            <a:ext cx="1097280" cy="749808"/>
          </a:xfrm>
          <a:prstGeom prst="roundRect">
            <a:avLst/>
          </a:prstGeom>
          <a:solidFill>
            <a:srgbClr val="EDF5EE"/>
          </a:solidFill>
          <a:ln w="1270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ML_C_g_landcover"/>
          <p:cNvSpPr/>
          <p:nvPr/>
        </p:nvSpPr>
        <p:spPr>
          <a:xfrm>
            <a:off x="4251960" y="4873752"/>
            <a:ext cx="457200" cy="438911"/>
          </a:xfrm>
          <a:prstGeom prst="rect">
            <a:avLst/>
          </a:prstGeom>
          <a:solidFill>
            <a:srgbClr val="D8E8C9"/>
          </a:solidFill>
          <a:ln w="8890">
            <a:solidFill>
              <a:srgbClr val="A8B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ML_C_g_patch_1"/>
          <p:cNvSpPr/>
          <p:nvPr/>
        </p:nvSpPr>
        <p:spPr>
          <a:xfrm>
            <a:off x="4297680" y="4919472"/>
            <a:ext cx="182880" cy="128016"/>
          </a:xfrm>
          <a:prstGeom prst="rect">
            <a:avLst/>
          </a:prstGeom>
          <a:solidFill>
            <a:srgbClr val="467A55"/>
          </a:solidFill>
          <a:ln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ML_C_g_patch_2"/>
          <p:cNvSpPr/>
          <p:nvPr/>
        </p:nvSpPr>
        <p:spPr>
          <a:xfrm>
            <a:off x="4498848" y="4910328"/>
            <a:ext cx="164592" cy="201168"/>
          </a:xfrm>
          <a:prstGeom prst="rect">
            <a:avLst/>
          </a:prstGeom>
          <a:solidFill>
            <a:srgbClr val="D5A848"/>
          </a:solidFill>
          <a:ln>
            <a:solidFill>
              <a:srgbClr val="D5A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ML_C_g_patch_3"/>
          <p:cNvSpPr/>
          <p:nvPr/>
        </p:nvSpPr>
        <p:spPr>
          <a:xfrm>
            <a:off x="4325112" y="5084064"/>
            <a:ext cx="274320" cy="128016"/>
          </a:xfrm>
          <a:prstGeom prst="rect">
            <a:avLst/>
          </a:prstGeom>
          <a:solidFill>
            <a:srgbClr val="7AA66C"/>
          </a:solidFill>
          <a:ln>
            <a:solidFill>
              <a:srgbClr val="7AA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ML_C_g_dem"/>
          <p:cNvSpPr/>
          <p:nvPr/>
        </p:nvSpPr>
        <p:spPr>
          <a:xfrm>
            <a:off x="4764024" y="4873752"/>
            <a:ext cx="457200" cy="438911"/>
          </a:xfrm>
          <a:prstGeom prst="rect">
            <a:avLst/>
          </a:prstGeom>
          <a:solidFill>
            <a:srgbClr val="E7E9EC"/>
          </a:solidFill>
          <a:ln w="8890">
            <a:solidFill>
              <a:srgbClr val="A8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ML_C_g_contour_0"/>
          <p:cNvCxnSpPr/>
          <p:nvPr/>
        </p:nvCxnSpPr>
        <p:spPr>
          <a:xfrm>
            <a:off x="4800600" y="4937760"/>
            <a:ext cx="384048" cy="45720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ML_C_g_contour_1"/>
          <p:cNvCxnSpPr/>
          <p:nvPr/>
        </p:nvCxnSpPr>
        <p:spPr>
          <a:xfrm>
            <a:off x="4800600" y="5038344"/>
            <a:ext cx="384048" cy="18288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ML_C_g_contour_2"/>
          <p:cNvCxnSpPr/>
          <p:nvPr/>
        </p:nvCxnSpPr>
        <p:spPr>
          <a:xfrm flipV="1">
            <a:off x="4800600" y="5129784"/>
            <a:ext cx="384048" cy="9144"/>
          </a:xfrm>
          <a:prstGeom prst="line">
            <a:avLst/>
          </a:prstGeom>
          <a:ln w="762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ML_C_g_label"/>
          <p:cNvSpPr txBox="1"/>
          <p:nvPr/>
        </p:nvSpPr>
        <p:spPr>
          <a:xfrm>
            <a:off x="4215384" y="5330952"/>
            <a:ext cx="1042415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geography g</a:t>
            </a:r>
          </a:p>
        </p:txBody>
      </p:sp>
      <p:sp>
        <p:nvSpPr>
          <p:cNvPr id="179" name="ML_C_h"/>
          <p:cNvSpPr/>
          <p:nvPr/>
        </p:nvSpPr>
        <p:spPr>
          <a:xfrm>
            <a:off x="4462272" y="5833872"/>
            <a:ext cx="566928" cy="54864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horizon
h</a:t>
            </a:r>
          </a:p>
        </p:txBody>
      </p:sp>
      <p:sp>
        <p:nvSpPr>
          <p:cNvPr id="180" name="ML_C_enc"/>
          <p:cNvSpPr/>
          <p:nvPr/>
        </p:nvSpPr>
        <p:spPr>
          <a:xfrm>
            <a:off x="5623560" y="4059936"/>
            <a:ext cx="82296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weather · geo
· time encoders</a:t>
            </a:r>
          </a:p>
        </p:txBody>
      </p:sp>
      <p:sp>
        <p:nvSpPr>
          <p:cNvPr id="181" name="ML_C_fuse"/>
          <p:cNvSpPr/>
          <p:nvPr/>
        </p:nvSpPr>
        <p:spPr>
          <a:xfrm>
            <a:off x="5623560" y="5001768"/>
            <a:ext cx="822960" cy="658368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fusion</a:t>
            </a:r>
          </a:p>
        </p:txBody>
      </p:sp>
      <p:sp>
        <p:nvSpPr>
          <p:cNvPr id="182" name="ML_C_delta"/>
          <p:cNvSpPr/>
          <p:nvPr/>
        </p:nvSpPr>
        <p:spPr>
          <a:xfrm>
            <a:off x="6784848" y="4462272"/>
            <a:ext cx="960120" cy="1005840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Arial"/>
              </a:rPr>
              <a:t>Δψ
residual MLP</a:t>
            </a:r>
          </a:p>
        </p:txBody>
      </p:sp>
      <p:cxnSp>
        <p:nvCxnSpPr>
          <p:cNvPr id="183" name="ML_C_u_enc"/>
          <p:cNvCxnSpPr/>
          <p:nvPr/>
        </p:nvCxnSpPr>
        <p:spPr>
          <a:xfrm>
            <a:off x="5285232" y="4133087"/>
            <a:ext cx="338328" cy="164593"/>
          </a:xfrm>
          <a:prstGeom prst="line">
            <a:avLst/>
          </a:prstGeom>
          <a:ln w="12700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ML_C_g_enc"/>
          <p:cNvCxnSpPr/>
          <p:nvPr/>
        </p:nvCxnSpPr>
        <p:spPr>
          <a:xfrm flipV="1">
            <a:off x="5285232" y="4480560"/>
            <a:ext cx="338328" cy="694944"/>
          </a:xfrm>
          <a:prstGeom prst="line">
            <a:avLst/>
          </a:prstGeom>
          <a:ln w="12700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ML_C_h_enc"/>
          <p:cNvCxnSpPr/>
          <p:nvPr/>
        </p:nvCxnSpPr>
        <p:spPr>
          <a:xfrm flipV="1">
            <a:off x="5029200" y="4626864"/>
            <a:ext cx="594360" cy="1481328"/>
          </a:xfrm>
          <a:prstGeom prst="line">
            <a:avLst/>
          </a:prstGeom>
          <a:ln w="12700">
            <a:solidFill>
              <a:srgbClr val="6670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ML_C_enc_fuse"/>
          <p:cNvCxnSpPr/>
          <p:nvPr/>
        </p:nvCxnSpPr>
        <p:spPr>
          <a:xfrm>
            <a:off x="6035040" y="4718304"/>
            <a:ext cx="0" cy="283464"/>
          </a:xfrm>
          <a:prstGeom prst="line">
            <a:avLst/>
          </a:prstGeom>
          <a:ln w="14604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ML_C_fuse_delta"/>
          <p:cNvCxnSpPr/>
          <p:nvPr/>
        </p:nvCxnSpPr>
        <p:spPr>
          <a:xfrm flipV="1">
            <a:off x="6446520" y="4965192"/>
            <a:ext cx="338328" cy="365760"/>
          </a:xfrm>
          <a:prstGeom prst="line">
            <a:avLst/>
          </a:prstGeom>
          <a:ln w="14604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ML_C_residual"/>
          <p:cNvSpPr txBox="1"/>
          <p:nvPr/>
        </p:nvSpPr>
        <p:spPr>
          <a:xfrm>
            <a:off x="5687568" y="5897880"/>
            <a:ext cx="190195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7256A8"/>
                </a:solidFill>
                <a:latin typeface="Arial"/>
              </a:rPr>
              <a:t>zₜ₊ₕ = zₜ + Δψ(zₜ,u,g,h)</a:t>
            </a:r>
          </a:p>
        </p:txBody>
      </p:sp>
      <p:sp>
        <p:nvSpPr>
          <p:cNvPr id="189" name="ML_D_panel"/>
          <p:cNvSpPr/>
          <p:nvPr/>
        </p:nvSpPr>
        <p:spPr>
          <a:xfrm>
            <a:off x="8193024" y="3136392"/>
            <a:ext cx="3849624" cy="353872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ML_D_header"/>
          <p:cNvSpPr/>
          <p:nvPr/>
        </p:nvSpPr>
        <p:spPr>
          <a:xfrm>
            <a:off x="8193024" y="3136392"/>
            <a:ext cx="3849624" cy="39319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(d) Explicit forecast closure</a:t>
            </a:r>
          </a:p>
        </p:txBody>
      </p:sp>
      <p:sp>
        <p:nvSpPr>
          <p:cNvPr id="191" name="ML_D_O"/>
          <p:cNvSpPr/>
          <p:nvPr/>
        </p:nvSpPr>
        <p:spPr>
          <a:xfrm>
            <a:off x="8449056" y="3895344"/>
            <a:ext cx="566928" cy="822960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rial"/>
              </a:rPr>
              <a:t>O</a:t>
            </a:r>
          </a:p>
        </p:txBody>
      </p:sp>
      <p:sp>
        <p:nvSpPr>
          <p:cNvPr id="192" name="ML_D_r"/>
          <p:cNvSpPr/>
          <p:nvPr/>
        </p:nvSpPr>
        <p:spPr>
          <a:xfrm>
            <a:off x="9281160" y="3895344"/>
            <a:ext cx="640080" cy="822960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rial"/>
              </a:rPr>
              <a:t>rₕ</a:t>
            </a:r>
          </a:p>
        </p:txBody>
      </p:sp>
      <p:sp>
        <p:nvSpPr>
          <p:cNvPr id="193" name="ML_D_plus"/>
          <p:cNvSpPr/>
          <p:nvPr/>
        </p:nvSpPr>
        <p:spPr>
          <a:xfrm>
            <a:off x="10177272" y="4087368"/>
            <a:ext cx="420624" cy="42062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/>
              </a:rPr>
              <a:t>+</a:t>
            </a:r>
          </a:p>
        </p:txBody>
      </p:sp>
      <p:cxnSp>
        <p:nvCxnSpPr>
          <p:cNvPr id="194" name="ML_D_O_r"/>
          <p:cNvCxnSpPr/>
          <p:nvPr/>
        </p:nvCxnSpPr>
        <p:spPr>
          <a:xfrm>
            <a:off x="9015984" y="4306824"/>
            <a:ext cx="265176" cy="0"/>
          </a:xfrm>
          <a:prstGeom prst="line">
            <a:avLst/>
          </a:prstGeom>
          <a:ln w="16510">
            <a:solidFill>
              <a:srgbClr val="467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ML_D_r_plus"/>
          <p:cNvCxnSpPr/>
          <p:nvPr/>
        </p:nvCxnSpPr>
        <p:spPr>
          <a:xfrm>
            <a:off x="9921240" y="4306824"/>
            <a:ext cx="256032" cy="0"/>
          </a:xfrm>
          <a:prstGeom prst="line">
            <a:avLst/>
          </a:prstGeom>
          <a:ln w="16510">
            <a:solidFill>
              <a:srgbClr val="C96A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ML_D_b"/>
          <p:cNvSpPr/>
          <p:nvPr/>
        </p:nvSpPr>
        <p:spPr>
          <a:xfrm>
            <a:off x="8705088" y="5038344"/>
            <a:ext cx="1444752" cy="530352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history-only bₕ</a:t>
            </a:r>
          </a:p>
        </p:txBody>
      </p:sp>
      <p:cxnSp>
        <p:nvCxnSpPr>
          <p:cNvPr id="197" name="ML_D_b_plus_1"/>
          <p:cNvCxnSpPr/>
          <p:nvPr/>
        </p:nvCxnSpPr>
        <p:spPr>
          <a:xfrm>
            <a:off x="10149840" y="5303520"/>
            <a:ext cx="237744" cy="0"/>
          </a:xfrm>
          <a:prstGeom prst="line">
            <a:avLst/>
          </a:prstGeom>
          <a:ln w="1397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ML_D_b_plus_2"/>
          <p:cNvCxnSpPr/>
          <p:nvPr/>
        </p:nvCxnSpPr>
        <p:spPr>
          <a:xfrm flipV="1">
            <a:off x="10387584" y="4507992"/>
            <a:ext cx="0" cy="795528"/>
          </a:xfrm>
          <a:prstGeom prst="line">
            <a:avLst/>
          </a:prstGeom>
          <a:ln w="1397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ML_D_eq"/>
          <p:cNvSpPr txBox="1"/>
          <p:nvPr/>
        </p:nvSpPr>
        <p:spPr>
          <a:xfrm>
            <a:off x="10771632" y="3931920"/>
            <a:ext cx="100584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300" b="1">
                <a:solidFill>
                  <a:srgbClr val="C96A16"/>
                </a:solidFill>
                <a:latin typeface="Arial"/>
              </a:rPr>
              <a:t>ŷ(t+h)
= bₕ+rₕ</a:t>
            </a:r>
          </a:p>
        </p:txBody>
      </p:sp>
      <p:sp>
        <p:nvSpPr>
          <p:cNvPr id="200" name="ML_D_out_0"/>
          <p:cNvSpPr/>
          <p:nvPr/>
        </p:nvSpPr>
        <p:spPr>
          <a:xfrm>
            <a:off x="8412480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ML_D_out_0_visual"/>
          <p:cNvSpPr/>
          <p:nvPr/>
        </p:nvSpPr>
        <p:spPr>
          <a:xfrm>
            <a:off x="852220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ML_D_out_0_title"/>
          <p:cNvSpPr txBox="1"/>
          <p:nvPr/>
        </p:nvSpPr>
        <p:spPr>
          <a:xfrm>
            <a:off x="8485632" y="6099048"/>
            <a:ext cx="7680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h=5</a:t>
            </a:r>
          </a:p>
        </p:txBody>
      </p:sp>
      <p:sp>
        <p:nvSpPr>
          <p:cNvPr id="203" name="ML_D_out_0_hint"/>
          <p:cNvSpPr txBox="1"/>
          <p:nvPr/>
        </p:nvSpPr>
        <p:spPr>
          <a:xfrm>
            <a:off x="8485632" y="6254496"/>
            <a:ext cx="768096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  <p:sp>
        <p:nvSpPr>
          <p:cNvPr id="204" name="ML_D_out_1"/>
          <p:cNvSpPr/>
          <p:nvPr/>
        </p:nvSpPr>
        <p:spPr>
          <a:xfrm>
            <a:off x="9509759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ML_D_out_1_visual"/>
          <p:cNvSpPr/>
          <p:nvPr/>
        </p:nvSpPr>
        <p:spPr>
          <a:xfrm>
            <a:off x="961948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ML_D_out_1_title"/>
          <p:cNvSpPr txBox="1"/>
          <p:nvPr/>
        </p:nvSpPr>
        <p:spPr>
          <a:xfrm>
            <a:off x="9582911" y="6099048"/>
            <a:ext cx="7680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h=10</a:t>
            </a:r>
          </a:p>
        </p:txBody>
      </p:sp>
      <p:sp>
        <p:nvSpPr>
          <p:cNvPr id="207" name="ML_D_out_1_hint"/>
          <p:cNvSpPr txBox="1"/>
          <p:nvPr/>
        </p:nvSpPr>
        <p:spPr>
          <a:xfrm>
            <a:off x="9582911" y="6254496"/>
            <a:ext cx="768096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  <p:sp>
        <p:nvSpPr>
          <p:cNvPr id="208" name="ML_D_out_2"/>
          <p:cNvSpPr/>
          <p:nvPr/>
        </p:nvSpPr>
        <p:spPr>
          <a:xfrm>
            <a:off x="10607040" y="5687568"/>
            <a:ext cx="914400" cy="74980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96A1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ML_D_out_2_visual"/>
          <p:cNvSpPr/>
          <p:nvPr/>
        </p:nvSpPr>
        <p:spPr>
          <a:xfrm>
            <a:off x="10716767" y="5797296"/>
            <a:ext cx="694944" cy="25603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L_D_out_2_title"/>
          <p:cNvSpPr txBox="1"/>
          <p:nvPr/>
        </p:nvSpPr>
        <p:spPr>
          <a:xfrm>
            <a:off x="10680192" y="6099048"/>
            <a:ext cx="76809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h=20</a:t>
            </a:r>
          </a:p>
        </p:txBody>
      </p:sp>
      <p:sp>
        <p:nvSpPr>
          <p:cNvPr id="211" name="ML_D_out_2_hint"/>
          <p:cNvSpPr txBox="1"/>
          <p:nvPr/>
        </p:nvSpPr>
        <p:spPr>
          <a:xfrm>
            <a:off x="10680192" y="6254496"/>
            <a:ext cx="768096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立方体 1014"/>
          <p:cNvSpPr/>
          <p:nvPr/>
        </p:nvSpPr>
        <p:spPr>
          <a:xfrm>
            <a:off x="8734816" y="1822390"/>
            <a:ext cx="3912205" cy="5036669"/>
          </a:xfrm>
          <a:custGeom>
            <a:avLst/>
            <a:gdLst>
              <a:gd name="csX0" fmla="*/ 0 w 3912205"/>
              <a:gd name="csY0" fmla="*/ 51837 h 5036669"/>
              <a:gd name="csX1" fmla="*/ 720602 w 3912205"/>
              <a:gd name="csY1" fmla="*/ 51837 h 5036669"/>
              <a:gd name="csX2" fmla="*/ 1286789 w 3912205"/>
              <a:gd name="csY2" fmla="*/ 51837 h 5036669"/>
              <a:gd name="csX3" fmla="*/ 1930184 w 3912205"/>
              <a:gd name="csY3" fmla="*/ 51837 h 5036669"/>
              <a:gd name="csX4" fmla="*/ 2573579 w 3912205"/>
              <a:gd name="csY4" fmla="*/ 51837 h 5036669"/>
              <a:gd name="csX5" fmla="*/ 3101162 w 3912205"/>
              <a:gd name="csY5" fmla="*/ 51837 h 5036669"/>
              <a:gd name="csX6" fmla="*/ 3860368 w 3912205"/>
              <a:gd name="csY6" fmla="*/ 51837 h 5036669"/>
              <a:gd name="csX7" fmla="*/ 3860368 w 3912205"/>
              <a:gd name="csY7" fmla="*/ 625093 h 5036669"/>
              <a:gd name="csX8" fmla="*/ 3860368 w 3912205"/>
              <a:gd name="csY8" fmla="*/ 1298045 h 5036669"/>
              <a:gd name="csX9" fmla="*/ 3860368 w 3912205"/>
              <a:gd name="csY9" fmla="*/ 1921149 h 5036669"/>
              <a:gd name="csX10" fmla="*/ 3860368 w 3912205"/>
              <a:gd name="csY10" fmla="*/ 2544253 h 5036669"/>
              <a:gd name="csX11" fmla="*/ 3860368 w 3912205"/>
              <a:gd name="csY11" fmla="*/ 3017812 h 5036669"/>
              <a:gd name="csX12" fmla="*/ 3860368 w 3912205"/>
              <a:gd name="csY12" fmla="*/ 3591068 h 5036669"/>
              <a:gd name="csX13" fmla="*/ 3860368 w 3912205"/>
              <a:gd name="csY13" fmla="*/ 4313868 h 5036669"/>
              <a:gd name="csX14" fmla="*/ 3860368 w 3912205"/>
              <a:gd name="csY14" fmla="*/ 5036669 h 5036669"/>
              <a:gd name="csX15" fmla="*/ 3332784 w 3912205"/>
              <a:gd name="csY15" fmla="*/ 5036669 h 5036669"/>
              <a:gd name="csX16" fmla="*/ 2689390 w 3912205"/>
              <a:gd name="csY16" fmla="*/ 5036669 h 5036669"/>
              <a:gd name="csX17" fmla="*/ 1968788 w 3912205"/>
              <a:gd name="csY17" fmla="*/ 5036669 h 5036669"/>
              <a:gd name="csX18" fmla="*/ 1441204 w 3912205"/>
              <a:gd name="csY18" fmla="*/ 5036669 h 5036669"/>
              <a:gd name="csX19" fmla="*/ 913620 w 3912205"/>
              <a:gd name="csY19" fmla="*/ 5036669 h 5036669"/>
              <a:gd name="csX20" fmla="*/ 0 w 3912205"/>
              <a:gd name="csY20" fmla="*/ 5036669 h 5036669"/>
              <a:gd name="csX21" fmla="*/ 0 w 3912205"/>
              <a:gd name="csY21" fmla="*/ 4313868 h 5036669"/>
              <a:gd name="csX22" fmla="*/ 0 w 3912205"/>
              <a:gd name="csY22" fmla="*/ 3591068 h 5036669"/>
              <a:gd name="csX23" fmla="*/ 0 w 3912205"/>
              <a:gd name="csY23" fmla="*/ 3117509 h 5036669"/>
              <a:gd name="csX24" fmla="*/ 0 w 3912205"/>
              <a:gd name="csY24" fmla="*/ 2544253 h 5036669"/>
              <a:gd name="csX25" fmla="*/ 0 w 3912205"/>
              <a:gd name="csY25" fmla="*/ 1871301 h 5036669"/>
              <a:gd name="csX26" fmla="*/ 0 w 3912205"/>
              <a:gd name="csY26" fmla="*/ 1347893 h 5036669"/>
              <a:gd name="csX27" fmla="*/ 0 w 3912205"/>
              <a:gd name="csY27" fmla="*/ 874334 h 5036669"/>
              <a:gd name="csX28" fmla="*/ 0 w 3912205"/>
              <a:gd name="csY28" fmla="*/ 51837 h 5036669"/>
              <a:gd name="csX0-1" fmla="*/ 3860368 w 3912205"/>
              <a:gd name="csY0-2" fmla="*/ 51837 h 5036669"/>
              <a:gd name="csX1-3" fmla="*/ 3912205 w 3912205"/>
              <a:gd name="csY1-4" fmla="*/ 0 h 5036669"/>
              <a:gd name="csX2-5" fmla="*/ 3912205 w 3912205"/>
              <a:gd name="csY2-6" fmla="*/ 672952 h 5036669"/>
              <a:gd name="csX3-7" fmla="*/ 3912205 w 3912205"/>
              <a:gd name="csY3-8" fmla="*/ 1246208 h 5036669"/>
              <a:gd name="csX4-9" fmla="*/ 3912205 w 3912205"/>
              <a:gd name="csY4-10" fmla="*/ 1769615 h 5036669"/>
              <a:gd name="csX5-11" fmla="*/ 3912205 w 3912205"/>
              <a:gd name="csY5-12" fmla="*/ 2442568 h 5036669"/>
              <a:gd name="csX6-13" fmla="*/ 3912205 w 3912205"/>
              <a:gd name="csY6-14" fmla="*/ 3165368 h 5036669"/>
              <a:gd name="csX7-15" fmla="*/ 3912205 w 3912205"/>
              <a:gd name="csY7-16" fmla="*/ 3738624 h 5036669"/>
              <a:gd name="csX8-17" fmla="*/ 3912205 w 3912205"/>
              <a:gd name="csY8-18" fmla="*/ 4311880 h 5036669"/>
              <a:gd name="csX9-19" fmla="*/ 3912205 w 3912205"/>
              <a:gd name="csY9-20" fmla="*/ 4984832 h 5036669"/>
              <a:gd name="csX10-21" fmla="*/ 3860368 w 3912205"/>
              <a:gd name="csY10-22" fmla="*/ 5036669 h 5036669"/>
              <a:gd name="csX11-23" fmla="*/ 3860368 w 3912205"/>
              <a:gd name="csY11-24" fmla="*/ 4363717 h 5036669"/>
              <a:gd name="csX12-25" fmla="*/ 3860368 w 3912205"/>
              <a:gd name="csY12-26" fmla="*/ 3740613 h 5036669"/>
              <a:gd name="csX13-27" fmla="*/ 3860368 w 3912205"/>
              <a:gd name="csY13-28" fmla="*/ 3067660 h 5036669"/>
              <a:gd name="csX14-29" fmla="*/ 3860368 w 3912205"/>
              <a:gd name="csY14-30" fmla="*/ 2494405 h 5036669"/>
              <a:gd name="csX15-31" fmla="*/ 3860368 w 3912205"/>
              <a:gd name="csY15-32" fmla="*/ 1871301 h 5036669"/>
              <a:gd name="csX16-33" fmla="*/ 3860368 w 3912205"/>
              <a:gd name="csY16-34" fmla="*/ 1148500 h 5036669"/>
              <a:gd name="csX17-35" fmla="*/ 3860368 w 3912205"/>
              <a:gd name="csY17-36" fmla="*/ 674941 h 5036669"/>
              <a:gd name="csX18-37" fmla="*/ 3860368 w 3912205"/>
              <a:gd name="csY18-38" fmla="*/ 51837 h 5036669"/>
              <a:gd name="csX0-39" fmla="*/ 0 w 3912205"/>
              <a:gd name="csY0-40" fmla="*/ 51837 h 5036669"/>
              <a:gd name="csX1-41" fmla="*/ 51837 w 3912205"/>
              <a:gd name="csY1-42" fmla="*/ 0 h 5036669"/>
              <a:gd name="csX2-43" fmla="*/ 579421 w 3912205"/>
              <a:gd name="csY2-44" fmla="*/ 0 h 5036669"/>
              <a:gd name="csX3-45" fmla="*/ 1261419 w 3912205"/>
              <a:gd name="csY3-46" fmla="*/ 0 h 5036669"/>
              <a:gd name="csX4-47" fmla="*/ 1982021 w 3912205"/>
              <a:gd name="csY4-48" fmla="*/ 0 h 5036669"/>
              <a:gd name="csX5-49" fmla="*/ 2509605 w 3912205"/>
              <a:gd name="csY5-50" fmla="*/ 0 h 5036669"/>
              <a:gd name="csX6-51" fmla="*/ 3075792 w 3912205"/>
              <a:gd name="csY6-52" fmla="*/ 0 h 5036669"/>
              <a:gd name="csX7-53" fmla="*/ 3912205 w 3912205"/>
              <a:gd name="csY7-54" fmla="*/ 0 h 5036669"/>
              <a:gd name="csX8-55" fmla="*/ 3860368 w 3912205"/>
              <a:gd name="csY8-56" fmla="*/ 51837 h 5036669"/>
              <a:gd name="csX9-57" fmla="*/ 3332784 w 3912205"/>
              <a:gd name="csY9-58" fmla="*/ 51837 h 5036669"/>
              <a:gd name="csX10-59" fmla="*/ 2689390 w 3912205"/>
              <a:gd name="csY10-60" fmla="*/ 51837 h 5036669"/>
              <a:gd name="csX11-61" fmla="*/ 2123202 w 3912205"/>
              <a:gd name="csY11-62" fmla="*/ 51837 h 5036669"/>
              <a:gd name="csX12-63" fmla="*/ 1595619 w 3912205"/>
              <a:gd name="csY12-64" fmla="*/ 51837 h 5036669"/>
              <a:gd name="csX13-65" fmla="*/ 1068035 w 3912205"/>
              <a:gd name="csY13-66" fmla="*/ 51837 h 5036669"/>
              <a:gd name="csX14-67" fmla="*/ 0 w 3912205"/>
              <a:gd name="csY14-68" fmla="*/ 51837 h 5036669"/>
              <a:gd name="csX0-69" fmla="*/ 0 w 3912205"/>
              <a:gd name="csY0-70" fmla="*/ 51837 h 5036669"/>
              <a:gd name="csX1-71" fmla="*/ 51837 w 3912205"/>
              <a:gd name="csY1-72" fmla="*/ 0 h 5036669"/>
              <a:gd name="csX2-73" fmla="*/ 656628 w 3912205"/>
              <a:gd name="csY2-74" fmla="*/ 0 h 5036669"/>
              <a:gd name="csX3-75" fmla="*/ 1338626 w 3912205"/>
              <a:gd name="csY3-76" fmla="*/ 0 h 5036669"/>
              <a:gd name="csX4-77" fmla="*/ 1904814 w 3912205"/>
              <a:gd name="csY4-78" fmla="*/ 0 h 5036669"/>
              <a:gd name="csX5-79" fmla="*/ 2509605 w 3912205"/>
              <a:gd name="csY5-80" fmla="*/ 0 h 5036669"/>
              <a:gd name="csX6-81" fmla="*/ 3075792 w 3912205"/>
              <a:gd name="csY6-82" fmla="*/ 0 h 5036669"/>
              <a:gd name="csX7-83" fmla="*/ 3912205 w 3912205"/>
              <a:gd name="csY7-84" fmla="*/ 0 h 5036669"/>
              <a:gd name="csX8-85" fmla="*/ 3912205 w 3912205"/>
              <a:gd name="csY8-86" fmla="*/ 573256 h 5036669"/>
              <a:gd name="csX9-87" fmla="*/ 3912205 w 3912205"/>
              <a:gd name="csY9-88" fmla="*/ 1146511 h 5036669"/>
              <a:gd name="csX10-89" fmla="*/ 3912205 w 3912205"/>
              <a:gd name="csY10-90" fmla="*/ 1620070 h 5036669"/>
              <a:gd name="csX11-91" fmla="*/ 3912205 w 3912205"/>
              <a:gd name="csY11-92" fmla="*/ 2293023 h 5036669"/>
              <a:gd name="csX12-93" fmla="*/ 3912205 w 3912205"/>
              <a:gd name="csY12-94" fmla="*/ 2816430 h 5036669"/>
              <a:gd name="csX13-95" fmla="*/ 3912205 w 3912205"/>
              <a:gd name="csY13-96" fmla="*/ 3289989 h 5036669"/>
              <a:gd name="csX14-97" fmla="*/ 3912205 w 3912205"/>
              <a:gd name="csY14-98" fmla="*/ 4012790 h 5036669"/>
              <a:gd name="csX15-99" fmla="*/ 3912205 w 3912205"/>
              <a:gd name="csY15-100" fmla="*/ 4984832 h 5036669"/>
              <a:gd name="csX16-101" fmla="*/ 3860368 w 3912205"/>
              <a:gd name="csY16-102" fmla="*/ 5036669 h 5036669"/>
              <a:gd name="csX17-103" fmla="*/ 3332784 w 3912205"/>
              <a:gd name="csY17-104" fmla="*/ 5036669 h 5036669"/>
              <a:gd name="csX18-105" fmla="*/ 2766597 w 3912205"/>
              <a:gd name="csY18-106" fmla="*/ 5036669 h 5036669"/>
              <a:gd name="csX19-107" fmla="*/ 2045995 w 3912205"/>
              <a:gd name="csY19-108" fmla="*/ 5036669 h 5036669"/>
              <a:gd name="csX20-109" fmla="*/ 1402600 w 3912205"/>
              <a:gd name="csY20-110" fmla="*/ 5036669 h 5036669"/>
              <a:gd name="csX21-111" fmla="*/ 759206 w 3912205"/>
              <a:gd name="csY21-112" fmla="*/ 5036669 h 5036669"/>
              <a:gd name="csX22-113" fmla="*/ 0 w 3912205"/>
              <a:gd name="csY22-114" fmla="*/ 5036669 h 5036669"/>
              <a:gd name="csX23-115" fmla="*/ 0 w 3912205"/>
              <a:gd name="csY23-116" fmla="*/ 4513262 h 5036669"/>
              <a:gd name="csX24-117" fmla="*/ 0 w 3912205"/>
              <a:gd name="csY24-118" fmla="*/ 3790461 h 5036669"/>
              <a:gd name="csX25-119" fmla="*/ 0 w 3912205"/>
              <a:gd name="csY25-120" fmla="*/ 3267054 h 5036669"/>
              <a:gd name="csX26-121" fmla="*/ 0 w 3912205"/>
              <a:gd name="csY26-122" fmla="*/ 2643950 h 5036669"/>
              <a:gd name="csX27-123" fmla="*/ 0 w 3912205"/>
              <a:gd name="csY27-124" fmla="*/ 1970997 h 5036669"/>
              <a:gd name="csX28-125" fmla="*/ 0 w 3912205"/>
              <a:gd name="csY28-126" fmla="*/ 1397742 h 5036669"/>
              <a:gd name="csX29" fmla="*/ 0 w 3912205"/>
              <a:gd name="csY29" fmla="*/ 724789 h 5036669"/>
              <a:gd name="csX30" fmla="*/ 0 w 3912205"/>
              <a:gd name="csY30" fmla="*/ 51837 h 5036669"/>
              <a:gd name="csX31" fmla="*/ 0 w 3912205"/>
              <a:gd name="csY31" fmla="*/ 51837 h 5036669"/>
              <a:gd name="csX32" fmla="*/ 720602 w 3912205"/>
              <a:gd name="csY32" fmla="*/ 51837 h 5036669"/>
              <a:gd name="csX33" fmla="*/ 1402600 w 3912205"/>
              <a:gd name="csY33" fmla="*/ 51837 h 5036669"/>
              <a:gd name="csX34" fmla="*/ 1968788 w 3912205"/>
              <a:gd name="csY34" fmla="*/ 51837 h 5036669"/>
              <a:gd name="csX35" fmla="*/ 2689390 w 3912205"/>
              <a:gd name="csY35" fmla="*/ 51837 h 5036669"/>
              <a:gd name="csX36" fmla="*/ 3860368 w 3912205"/>
              <a:gd name="csY36" fmla="*/ 51837 h 5036669"/>
              <a:gd name="csX37" fmla="*/ 3912205 w 3912205"/>
              <a:gd name="csY37" fmla="*/ 0 h 5036669"/>
              <a:gd name="csX38" fmla="*/ 3860368 w 3912205"/>
              <a:gd name="csY38" fmla="*/ 51837 h 5036669"/>
              <a:gd name="csX39" fmla="*/ 3860368 w 3912205"/>
              <a:gd name="csY39" fmla="*/ 674941 h 5036669"/>
              <a:gd name="csX40" fmla="*/ 3860368 w 3912205"/>
              <a:gd name="csY40" fmla="*/ 1198348 h 5036669"/>
              <a:gd name="csX41" fmla="*/ 3860368 w 3912205"/>
              <a:gd name="csY41" fmla="*/ 1921149 h 5036669"/>
              <a:gd name="csX42" fmla="*/ 3860368 w 3912205"/>
              <a:gd name="csY42" fmla="*/ 2394708 h 5036669"/>
              <a:gd name="csX43" fmla="*/ 3860368 w 3912205"/>
              <a:gd name="csY43" fmla="*/ 2967964 h 5036669"/>
              <a:gd name="csX44" fmla="*/ 3860368 w 3912205"/>
              <a:gd name="csY44" fmla="*/ 3441523 h 5036669"/>
              <a:gd name="csX45" fmla="*/ 3860368 w 3912205"/>
              <a:gd name="csY45" fmla="*/ 4164323 h 5036669"/>
              <a:gd name="csX46" fmla="*/ 3860368 w 3912205"/>
              <a:gd name="csY46" fmla="*/ 5036669 h 503666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27" y="csY13-28"/>
              </a:cxn>
              <a:cxn ang="0">
                <a:pos x="csX14-29" y="csY14-30"/>
              </a:cxn>
              <a:cxn ang="0">
                <a:pos x="csX15-31" y="csY15-32"/>
              </a:cxn>
              <a:cxn ang="0">
                <a:pos x="csX16-33" y="csY16-34"/>
              </a:cxn>
              <a:cxn ang="0">
                <a:pos x="csX17-35" y="csY17-36"/>
              </a:cxn>
              <a:cxn ang="0">
                <a:pos x="csX18-37" y="csY18-38"/>
              </a:cxn>
              <a:cxn ang="0">
                <a:pos x="csX19-107" y="csY19-108"/>
              </a:cxn>
              <a:cxn ang="0">
                <a:pos x="csX20-109" y="csY20-110"/>
              </a:cxn>
              <a:cxn ang="0">
                <a:pos x="csX21-111" y="csY21-112"/>
              </a:cxn>
              <a:cxn ang="0">
                <a:pos x="csX22-113" y="csY22-114"/>
              </a:cxn>
              <a:cxn ang="0">
                <a:pos x="csX23-115" y="csY23-116"/>
              </a:cxn>
              <a:cxn ang="0">
                <a:pos x="csX24-117" y="csY24-118"/>
              </a:cxn>
              <a:cxn ang="0">
                <a:pos x="csX25-119" y="csY25-120"/>
              </a:cxn>
              <a:cxn ang="0">
                <a:pos x="csX26-121" y="csY26-122"/>
              </a:cxn>
              <a:cxn ang="0">
                <a:pos x="csX27-123" y="csY27-124"/>
              </a:cxn>
              <a:cxn ang="0">
                <a:pos x="csX28-125" y="csY28-126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3912205" h="5036669" stroke="0" extrusionOk="0">
                <a:moveTo>
                  <a:pt x="0" y="51837"/>
                </a:moveTo>
                <a:cubicBezTo>
                  <a:pt x="233579" y="40040"/>
                  <a:pt x="393944" y="75677"/>
                  <a:pt x="720602" y="51837"/>
                </a:cubicBezTo>
                <a:cubicBezTo>
                  <a:pt x="1047260" y="27997"/>
                  <a:pt x="1112080" y="44219"/>
                  <a:pt x="1286789" y="51837"/>
                </a:cubicBezTo>
                <a:cubicBezTo>
                  <a:pt x="1461498" y="59455"/>
                  <a:pt x="1650785" y="19817"/>
                  <a:pt x="1930184" y="51837"/>
                </a:cubicBezTo>
                <a:cubicBezTo>
                  <a:pt x="2209584" y="83857"/>
                  <a:pt x="2255673" y="48322"/>
                  <a:pt x="2573579" y="51837"/>
                </a:cubicBezTo>
                <a:cubicBezTo>
                  <a:pt x="2891486" y="55352"/>
                  <a:pt x="2994420" y="37246"/>
                  <a:pt x="3101162" y="51837"/>
                </a:cubicBezTo>
                <a:cubicBezTo>
                  <a:pt x="3207904" y="66428"/>
                  <a:pt x="3620880" y="55056"/>
                  <a:pt x="3860368" y="51837"/>
                </a:cubicBezTo>
                <a:cubicBezTo>
                  <a:pt x="3857153" y="337116"/>
                  <a:pt x="3887096" y="432253"/>
                  <a:pt x="3860368" y="625093"/>
                </a:cubicBezTo>
                <a:cubicBezTo>
                  <a:pt x="3833640" y="817933"/>
                  <a:pt x="3841417" y="1111070"/>
                  <a:pt x="3860368" y="1298045"/>
                </a:cubicBezTo>
                <a:cubicBezTo>
                  <a:pt x="3879319" y="1485020"/>
                  <a:pt x="3866990" y="1765518"/>
                  <a:pt x="3860368" y="1921149"/>
                </a:cubicBezTo>
                <a:cubicBezTo>
                  <a:pt x="3853746" y="2076780"/>
                  <a:pt x="3863445" y="2377622"/>
                  <a:pt x="3860368" y="2544253"/>
                </a:cubicBezTo>
                <a:cubicBezTo>
                  <a:pt x="3857291" y="2710884"/>
                  <a:pt x="3869527" y="2821517"/>
                  <a:pt x="3860368" y="3017812"/>
                </a:cubicBezTo>
                <a:cubicBezTo>
                  <a:pt x="3851209" y="3214107"/>
                  <a:pt x="3881547" y="3414944"/>
                  <a:pt x="3860368" y="3591068"/>
                </a:cubicBezTo>
                <a:cubicBezTo>
                  <a:pt x="3839189" y="3767192"/>
                  <a:pt x="3859707" y="4054397"/>
                  <a:pt x="3860368" y="4313868"/>
                </a:cubicBezTo>
                <a:cubicBezTo>
                  <a:pt x="3861029" y="4573339"/>
                  <a:pt x="3873488" y="4717890"/>
                  <a:pt x="3860368" y="5036669"/>
                </a:cubicBezTo>
                <a:cubicBezTo>
                  <a:pt x="3609008" y="5046913"/>
                  <a:pt x="3557300" y="5061085"/>
                  <a:pt x="3332784" y="5036669"/>
                </a:cubicBezTo>
                <a:cubicBezTo>
                  <a:pt x="3108268" y="5012253"/>
                  <a:pt x="2913857" y="5048132"/>
                  <a:pt x="2689390" y="5036669"/>
                </a:cubicBezTo>
                <a:cubicBezTo>
                  <a:pt x="2464923" y="5025206"/>
                  <a:pt x="2304336" y="5051650"/>
                  <a:pt x="1968788" y="5036669"/>
                </a:cubicBezTo>
                <a:cubicBezTo>
                  <a:pt x="1633240" y="5021688"/>
                  <a:pt x="1625365" y="5055755"/>
                  <a:pt x="1441204" y="5036669"/>
                </a:cubicBezTo>
                <a:cubicBezTo>
                  <a:pt x="1257043" y="5017583"/>
                  <a:pt x="1067915" y="5040408"/>
                  <a:pt x="913620" y="5036669"/>
                </a:cubicBezTo>
                <a:cubicBezTo>
                  <a:pt x="759325" y="5032930"/>
                  <a:pt x="353880" y="5071608"/>
                  <a:pt x="0" y="5036669"/>
                </a:cubicBezTo>
                <a:cubicBezTo>
                  <a:pt x="-27003" y="4793088"/>
                  <a:pt x="18239" y="4536292"/>
                  <a:pt x="0" y="4313868"/>
                </a:cubicBezTo>
                <a:cubicBezTo>
                  <a:pt x="-18239" y="4091444"/>
                  <a:pt x="-25776" y="3806417"/>
                  <a:pt x="0" y="3591068"/>
                </a:cubicBezTo>
                <a:cubicBezTo>
                  <a:pt x="25776" y="3375719"/>
                  <a:pt x="-20335" y="3323671"/>
                  <a:pt x="0" y="3117509"/>
                </a:cubicBezTo>
                <a:cubicBezTo>
                  <a:pt x="20335" y="2911347"/>
                  <a:pt x="27768" y="2734692"/>
                  <a:pt x="0" y="2544253"/>
                </a:cubicBezTo>
                <a:cubicBezTo>
                  <a:pt x="-27768" y="2353814"/>
                  <a:pt x="-17569" y="2026106"/>
                  <a:pt x="0" y="1871301"/>
                </a:cubicBezTo>
                <a:cubicBezTo>
                  <a:pt x="17569" y="1716496"/>
                  <a:pt x="-22767" y="1453458"/>
                  <a:pt x="0" y="1347893"/>
                </a:cubicBezTo>
                <a:cubicBezTo>
                  <a:pt x="22767" y="1242328"/>
                  <a:pt x="-23144" y="970804"/>
                  <a:pt x="0" y="874334"/>
                </a:cubicBezTo>
                <a:cubicBezTo>
                  <a:pt x="23144" y="777864"/>
                  <a:pt x="16019" y="260390"/>
                  <a:pt x="0" y="51837"/>
                </a:cubicBezTo>
                <a:close/>
              </a:path>
              <a:path w="3912205" h="5036669" fill="darkenLess" stroke="0" extrusionOk="0">
                <a:moveTo>
                  <a:pt x="3860368" y="51837"/>
                </a:moveTo>
                <a:cubicBezTo>
                  <a:pt x="3875347" y="34787"/>
                  <a:pt x="3889533" y="19497"/>
                  <a:pt x="3912205" y="0"/>
                </a:cubicBezTo>
                <a:cubicBezTo>
                  <a:pt x="3917740" y="271131"/>
                  <a:pt x="3901646" y="493351"/>
                  <a:pt x="3912205" y="672952"/>
                </a:cubicBezTo>
                <a:cubicBezTo>
                  <a:pt x="3922764" y="852553"/>
                  <a:pt x="3923820" y="1038435"/>
                  <a:pt x="3912205" y="1246208"/>
                </a:cubicBezTo>
                <a:cubicBezTo>
                  <a:pt x="3900590" y="1453981"/>
                  <a:pt x="3927991" y="1524366"/>
                  <a:pt x="3912205" y="1769615"/>
                </a:cubicBezTo>
                <a:cubicBezTo>
                  <a:pt x="3896419" y="2014864"/>
                  <a:pt x="3899416" y="2192463"/>
                  <a:pt x="3912205" y="2442568"/>
                </a:cubicBezTo>
                <a:cubicBezTo>
                  <a:pt x="3924994" y="2692673"/>
                  <a:pt x="3877374" y="2806171"/>
                  <a:pt x="3912205" y="3165368"/>
                </a:cubicBezTo>
                <a:cubicBezTo>
                  <a:pt x="3947036" y="3524565"/>
                  <a:pt x="3925551" y="3464807"/>
                  <a:pt x="3912205" y="3738624"/>
                </a:cubicBezTo>
                <a:cubicBezTo>
                  <a:pt x="3898859" y="4012441"/>
                  <a:pt x="3903554" y="4083145"/>
                  <a:pt x="3912205" y="4311880"/>
                </a:cubicBezTo>
                <a:cubicBezTo>
                  <a:pt x="3920856" y="4540615"/>
                  <a:pt x="3918834" y="4792009"/>
                  <a:pt x="3912205" y="4984832"/>
                </a:cubicBezTo>
                <a:cubicBezTo>
                  <a:pt x="3884878" y="5007127"/>
                  <a:pt x="3882336" y="5010889"/>
                  <a:pt x="3860368" y="5036669"/>
                </a:cubicBezTo>
                <a:cubicBezTo>
                  <a:pt x="3844506" y="4717078"/>
                  <a:pt x="3880456" y="4678939"/>
                  <a:pt x="3860368" y="4363717"/>
                </a:cubicBezTo>
                <a:cubicBezTo>
                  <a:pt x="3840280" y="4048495"/>
                  <a:pt x="3850749" y="3920001"/>
                  <a:pt x="3860368" y="3740613"/>
                </a:cubicBezTo>
                <a:cubicBezTo>
                  <a:pt x="3869987" y="3561225"/>
                  <a:pt x="3848578" y="3259826"/>
                  <a:pt x="3860368" y="3067660"/>
                </a:cubicBezTo>
                <a:cubicBezTo>
                  <a:pt x="3872158" y="2875494"/>
                  <a:pt x="3861545" y="2764663"/>
                  <a:pt x="3860368" y="2494405"/>
                </a:cubicBezTo>
                <a:cubicBezTo>
                  <a:pt x="3859191" y="2224147"/>
                  <a:pt x="3864119" y="2083938"/>
                  <a:pt x="3860368" y="1871301"/>
                </a:cubicBezTo>
                <a:cubicBezTo>
                  <a:pt x="3856617" y="1658664"/>
                  <a:pt x="3835568" y="1484888"/>
                  <a:pt x="3860368" y="1148500"/>
                </a:cubicBezTo>
                <a:cubicBezTo>
                  <a:pt x="3885168" y="812112"/>
                  <a:pt x="3875534" y="901993"/>
                  <a:pt x="3860368" y="674941"/>
                </a:cubicBezTo>
                <a:cubicBezTo>
                  <a:pt x="3845202" y="447889"/>
                  <a:pt x="3830883" y="304173"/>
                  <a:pt x="3860368" y="51837"/>
                </a:cubicBezTo>
                <a:close/>
              </a:path>
              <a:path w="3912205" h="5036669" fill="lightenLess" stroke="0" extrusionOk="0">
                <a:moveTo>
                  <a:pt x="0" y="51837"/>
                </a:moveTo>
                <a:cubicBezTo>
                  <a:pt x="11263" y="40282"/>
                  <a:pt x="36386" y="14854"/>
                  <a:pt x="51837" y="0"/>
                </a:cubicBezTo>
                <a:cubicBezTo>
                  <a:pt x="314461" y="12677"/>
                  <a:pt x="444354" y="19631"/>
                  <a:pt x="579421" y="0"/>
                </a:cubicBezTo>
                <a:cubicBezTo>
                  <a:pt x="714488" y="-19631"/>
                  <a:pt x="1016016" y="-21983"/>
                  <a:pt x="1261419" y="0"/>
                </a:cubicBezTo>
                <a:cubicBezTo>
                  <a:pt x="1506822" y="21983"/>
                  <a:pt x="1757435" y="33987"/>
                  <a:pt x="1982021" y="0"/>
                </a:cubicBezTo>
                <a:cubicBezTo>
                  <a:pt x="2206607" y="-33987"/>
                  <a:pt x="2387546" y="-13028"/>
                  <a:pt x="2509605" y="0"/>
                </a:cubicBezTo>
                <a:cubicBezTo>
                  <a:pt x="2631664" y="13028"/>
                  <a:pt x="2794731" y="19055"/>
                  <a:pt x="3075792" y="0"/>
                </a:cubicBezTo>
                <a:cubicBezTo>
                  <a:pt x="3356853" y="-19055"/>
                  <a:pt x="3571336" y="16344"/>
                  <a:pt x="3912205" y="0"/>
                </a:cubicBezTo>
                <a:cubicBezTo>
                  <a:pt x="3898612" y="15991"/>
                  <a:pt x="3884260" y="30500"/>
                  <a:pt x="3860368" y="51837"/>
                </a:cubicBezTo>
                <a:cubicBezTo>
                  <a:pt x="3671157" y="70219"/>
                  <a:pt x="3593595" y="58026"/>
                  <a:pt x="3332784" y="51837"/>
                </a:cubicBezTo>
                <a:cubicBezTo>
                  <a:pt x="3071973" y="45648"/>
                  <a:pt x="2884432" y="61627"/>
                  <a:pt x="2689390" y="51837"/>
                </a:cubicBezTo>
                <a:cubicBezTo>
                  <a:pt x="2494348" y="42047"/>
                  <a:pt x="2298703" y="53557"/>
                  <a:pt x="2123202" y="51837"/>
                </a:cubicBezTo>
                <a:cubicBezTo>
                  <a:pt x="1947701" y="50117"/>
                  <a:pt x="1754909" y="53260"/>
                  <a:pt x="1595619" y="51837"/>
                </a:cubicBezTo>
                <a:cubicBezTo>
                  <a:pt x="1436329" y="50414"/>
                  <a:pt x="1184378" y="54797"/>
                  <a:pt x="1068035" y="51837"/>
                </a:cubicBezTo>
                <a:cubicBezTo>
                  <a:pt x="951692" y="48877"/>
                  <a:pt x="265417" y="94721"/>
                  <a:pt x="0" y="51837"/>
                </a:cubicBezTo>
                <a:close/>
              </a:path>
              <a:path w="3912205" h="5036669" fill="none" extrusionOk="0">
                <a:moveTo>
                  <a:pt x="0" y="51837"/>
                </a:moveTo>
                <a:cubicBezTo>
                  <a:pt x="20343" y="27851"/>
                  <a:pt x="33455" y="17243"/>
                  <a:pt x="51837" y="0"/>
                </a:cubicBezTo>
                <a:cubicBezTo>
                  <a:pt x="213794" y="-19302"/>
                  <a:pt x="508063" y="1368"/>
                  <a:pt x="656628" y="0"/>
                </a:cubicBezTo>
                <a:cubicBezTo>
                  <a:pt x="805193" y="-1368"/>
                  <a:pt x="1107470" y="-1389"/>
                  <a:pt x="1338626" y="0"/>
                </a:cubicBezTo>
                <a:cubicBezTo>
                  <a:pt x="1569782" y="1389"/>
                  <a:pt x="1722441" y="13628"/>
                  <a:pt x="1904814" y="0"/>
                </a:cubicBezTo>
                <a:cubicBezTo>
                  <a:pt x="2087187" y="-13628"/>
                  <a:pt x="2289631" y="-19797"/>
                  <a:pt x="2509605" y="0"/>
                </a:cubicBezTo>
                <a:cubicBezTo>
                  <a:pt x="2729579" y="19797"/>
                  <a:pt x="2815976" y="-7916"/>
                  <a:pt x="3075792" y="0"/>
                </a:cubicBezTo>
                <a:cubicBezTo>
                  <a:pt x="3335608" y="7916"/>
                  <a:pt x="3644929" y="2310"/>
                  <a:pt x="3912205" y="0"/>
                </a:cubicBezTo>
                <a:cubicBezTo>
                  <a:pt x="3884721" y="219047"/>
                  <a:pt x="3904745" y="456111"/>
                  <a:pt x="3912205" y="573256"/>
                </a:cubicBezTo>
                <a:cubicBezTo>
                  <a:pt x="3919665" y="690401"/>
                  <a:pt x="3935625" y="935269"/>
                  <a:pt x="3912205" y="1146511"/>
                </a:cubicBezTo>
                <a:cubicBezTo>
                  <a:pt x="3888785" y="1357754"/>
                  <a:pt x="3915795" y="1467614"/>
                  <a:pt x="3912205" y="1620070"/>
                </a:cubicBezTo>
                <a:cubicBezTo>
                  <a:pt x="3908615" y="1772526"/>
                  <a:pt x="3943922" y="2004106"/>
                  <a:pt x="3912205" y="2293023"/>
                </a:cubicBezTo>
                <a:cubicBezTo>
                  <a:pt x="3880488" y="2581940"/>
                  <a:pt x="3917557" y="2620954"/>
                  <a:pt x="3912205" y="2816430"/>
                </a:cubicBezTo>
                <a:cubicBezTo>
                  <a:pt x="3906853" y="3011906"/>
                  <a:pt x="3935077" y="3181058"/>
                  <a:pt x="3912205" y="3289989"/>
                </a:cubicBezTo>
                <a:cubicBezTo>
                  <a:pt x="3889333" y="3398920"/>
                  <a:pt x="3882885" y="3694472"/>
                  <a:pt x="3912205" y="4012790"/>
                </a:cubicBezTo>
                <a:cubicBezTo>
                  <a:pt x="3941525" y="4331108"/>
                  <a:pt x="3946345" y="4673091"/>
                  <a:pt x="3912205" y="4984832"/>
                </a:cubicBezTo>
                <a:cubicBezTo>
                  <a:pt x="3897233" y="5004786"/>
                  <a:pt x="3885790" y="5011577"/>
                  <a:pt x="3860368" y="5036669"/>
                </a:cubicBezTo>
                <a:cubicBezTo>
                  <a:pt x="3634787" y="5045849"/>
                  <a:pt x="3516824" y="5034996"/>
                  <a:pt x="3332784" y="5036669"/>
                </a:cubicBezTo>
                <a:cubicBezTo>
                  <a:pt x="3148744" y="5038342"/>
                  <a:pt x="2908571" y="5027070"/>
                  <a:pt x="2766597" y="5036669"/>
                </a:cubicBezTo>
                <a:cubicBezTo>
                  <a:pt x="2624623" y="5046268"/>
                  <a:pt x="2254429" y="5063067"/>
                  <a:pt x="2045995" y="5036669"/>
                </a:cubicBezTo>
                <a:cubicBezTo>
                  <a:pt x="1837561" y="5010271"/>
                  <a:pt x="1624148" y="5057876"/>
                  <a:pt x="1402600" y="5036669"/>
                </a:cubicBezTo>
                <a:cubicBezTo>
                  <a:pt x="1181052" y="5015462"/>
                  <a:pt x="920640" y="5018394"/>
                  <a:pt x="759206" y="5036669"/>
                </a:cubicBezTo>
                <a:cubicBezTo>
                  <a:pt x="597772" y="5054944"/>
                  <a:pt x="275265" y="5000418"/>
                  <a:pt x="0" y="5036669"/>
                </a:cubicBezTo>
                <a:cubicBezTo>
                  <a:pt x="3893" y="4924596"/>
                  <a:pt x="-3564" y="4704293"/>
                  <a:pt x="0" y="4513262"/>
                </a:cubicBezTo>
                <a:cubicBezTo>
                  <a:pt x="3564" y="4322231"/>
                  <a:pt x="6623" y="4069949"/>
                  <a:pt x="0" y="3790461"/>
                </a:cubicBezTo>
                <a:cubicBezTo>
                  <a:pt x="-6623" y="3510973"/>
                  <a:pt x="-2865" y="3468737"/>
                  <a:pt x="0" y="3267054"/>
                </a:cubicBezTo>
                <a:cubicBezTo>
                  <a:pt x="2865" y="3065371"/>
                  <a:pt x="12012" y="2865966"/>
                  <a:pt x="0" y="2643950"/>
                </a:cubicBezTo>
                <a:cubicBezTo>
                  <a:pt x="-12012" y="2421934"/>
                  <a:pt x="-18573" y="2273290"/>
                  <a:pt x="0" y="1970997"/>
                </a:cubicBezTo>
                <a:cubicBezTo>
                  <a:pt x="18573" y="1668704"/>
                  <a:pt x="-9638" y="1682775"/>
                  <a:pt x="0" y="1397742"/>
                </a:cubicBezTo>
                <a:cubicBezTo>
                  <a:pt x="9638" y="1112709"/>
                  <a:pt x="23673" y="1052843"/>
                  <a:pt x="0" y="724789"/>
                </a:cubicBezTo>
                <a:cubicBezTo>
                  <a:pt x="-23673" y="396735"/>
                  <a:pt x="8000" y="271383"/>
                  <a:pt x="0" y="51837"/>
                </a:cubicBezTo>
                <a:close/>
                <a:moveTo>
                  <a:pt x="0" y="51837"/>
                </a:moveTo>
                <a:cubicBezTo>
                  <a:pt x="294366" y="59672"/>
                  <a:pt x="443939" y="30922"/>
                  <a:pt x="720602" y="51837"/>
                </a:cubicBezTo>
                <a:cubicBezTo>
                  <a:pt x="997265" y="72752"/>
                  <a:pt x="1229976" y="78654"/>
                  <a:pt x="1402600" y="51837"/>
                </a:cubicBezTo>
                <a:cubicBezTo>
                  <a:pt x="1575224" y="25020"/>
                  <a:pt x="1769027" y="47259"/>
                  <a:pt x="1968788" y="51837"/>
                </a:cubicBezTo>
                <a:cubicBezTo>
                  <a:pt x="2168549" y="56415"/>
                  <a:pt x="2386335" y="46050"/>
                  <a:pt x="2689390" y="51837"/>
                </a:cubicBezTo>
                <a:cubicBezTo>
                  <a:pt x="2992445" y="57624"/>
                  <a:pt x="3481164" y="-3434"/>
                  <a:pt x="3860368" y="51837"/>
                </a:cubicBezTo>
                <a:cubicBezTo>
                  <a:pt x="3873141" y="38636"/>
                  <a:pt x="3893612" y="22955"/>
                  <a:pt x="3912205" y="0"/>
                </a:cubicBezTo>
                <a:moveTo>
                  <a:pt x="3860368" y="51837"/>
                </a:moveTo>
                <a:cubicBezTo>
                  <a:pt x="3833653" y="254049"/>
                  <a:pt x="3857413" y="439738"/>
                  <a:pt x="3860368" y="674941"/>
                </a:cubicBezTo>
                <a:cubicBezTo>
                  <a:pt x="3863323" y="910144"/>
                  <a:pt x="3835934" y="1013569"/>
                  <a:pt x="3860368" y="1198348"/>
                </a:cubicBezTo>
                <a:cubicBezTo>
                  <a:pt x="3884802" y="1383127"/>
                  <a:pt x="3835562" y="1590398"/>
                  <a:pt x="3860368" y="1921149"/>
                </a:cubicBezTo>
                <a:cubicBezTo>
                  <a:pt x="3885174" y="2251900"/>
                  <a:pt x="3847998" y="2237417"/>
                  <a:pt x="3860368" y="2394708"/>
                </a:cubicBezTo>
                <a:cubicBezTo>
                  <a:pt x="3872738" y="2551999"/>
                  <a:pt x="3867264" y="2812453"/>
                  <a:pt x="3860368" y="2967964"/>
                </a:cubicBezTo>
                <a:cubicBezTo>
                  <a:pt x="3853472" y="3123475"/>
                  <a:pt x="3850599" y="3275791"/>
                  <a:pt x="3860368" y="3441523"/>
                </a:cubicBezTo>
                <a:cubicBezTo>
                  <a:pt x="3870137" y="3607255"/>
                  <a:pt x="3868914" y="3980949"/>
                  <a:pt x="3860368" y="4164323"/>
                </a:cubicBezTo>
                <a:cubicBezTo>
                  <a:pt x="3851822" y="4347697"/>
                  <a:pt x="3887412" y="4745543"/>
                  <a:pt x="3860368" y="5036669"/>
                </a:cubicBezTo>
              </a:path>
              <a:path w="3912205" h="5036669" fill="none" stroke="0" extrusionOk="0">
                <a:moveTo>
                  <a:pt x="0" y="51837"/>
                </a:moveTo>
                <a:cubicBezTo>
                  <a:pt x="17900" y="36055"/>
                  <a:pt x="30223" y="22596"/>
                  <a:pt x="51837" y="0"/>
                </a:cubicBezTo>
                <a:cubicBezTo>
                  <a:pt x="204822" y="-23673"/>
                  <a:pt x="333553" y="17982"/>
                  <a:pt x="579421" y="0"/>
                </a:cubicBezTo>
                <a:cubicBezTo>
                  <a:pt x="825289" y="-17982"/>
                  <a:pt x="942024" y="23044"/>
                  <a:pt x="1107004" y="0"/>
                </a:cubicBezTo>
                <a:cubicBezTo>
                  <a:pt x="1271984" y="-23044"/>
                  <a:pt x="1490424" y="26591"/>
                  <a:pt x="1827606" y="0"/>
                </a:cubicBezTo>
                <a:cubicBezTo>
                  <a:pt x="2164788" y="-26591"/>
                  <a:pt x="2302341" y="22074"/>
                  <a:pt x="2471001" y="0"/>
                </a:cubicBezTo>
                <a:cubicBezTo>
                  <a:pt x="2639662" y="-22074"/>
                  <a:pt x="2948300" y="-19847"/>
                  <a:pt x="3191603" y="0"/>
                </a:cubicBezTo>
                <a:cubicBezTo>
                  <a:pt x="3434906" y="19847"/>
                  <a:pt x="3687445" y="-25590"/>
                  <a:pt x="3912205" y="0"/>
                </a:cubicBezTo>
                <a:cubicBezTo>
                  <a:pt x="3936734" y="256272"/>
                  <a:pt x="3918481" y="300723"/>
                  <a:pt x="3912205" y="573256"/>
                </a:cubicBezTo>
                <a:cubicBezTo>
                  <a:pt x="3905929" y="845789"/>
                  <a:pt x="3918442" y="837744"/>
                  <a:pt x="3912205" y="1046815"/>
                </a:cubicBezTo>
                <a:cubicBezTo>
                  <a:pt x="3905968" y="1255886"/>
                  <a:pt x="3935241" y="1567698"/>
                  <a:pt x="3912205" y="1769615"/>
                </a:cubicBezTo>
                <a:cubicBezTo>
                  <a:pt x="3889169" y="1971532"/>
                  <a:pt x="3934260" y="2128955"/>
                  <a:pt x="3912205" y="2342871"/>
                </a:cubicBezTo>
                <a:cubicBezTo>
                  <a:pt x="3890150" y="2556787"/>
                  <a:pt x="3940205" y="2732254"/>
                  <a:pt x="3912205" y="2916127"/>
                </a:cubicBezTo>
                <a:cubicBezTo>
                  <a:pt x="3884205" y="3100000"/>
                  <a:pt x="3887021" y="3377815"/>
                  <a:pt x="3912205" y="3589079"/>
                </a:cubicBezTo>
                <a:cubicBezTo>
                  <a:pt x="3937389" y="3800343"/>
                  <a:pt x="3915623" y="3977897"/>
                  <a:pt x="3912205" y="4262031"/>
                </a:cubicBezTo>
                <a:cubicBezTo>
                  <a:pt x="3908787" y="4546165"/>
                  <a:pt x="3884964" y="4806365"/>
                  <a:pt x="3912205" y="4984832"/>
                </a:cubicBezTo>
                <a:cubicBezTo>
                  <a:pt x="3888011" y="5005564"/>
                  <a:pt x="3871515" y="5025512"/>
                  <a:pt x="3860368" y="5036669"/>
                </a:cubicBezTo>
                <a:cubicBezTo>
                  <a:pt x="3612337" y="5059074"/>
                  <a:pt x="3502386" y="5016204"/>
                  <a:pt x="3332784" y="5036669"/>
                </a:cubicBezTo>
                <a:cubicBezTo>
                  <a:pt x="3163182" y="5057134"/>
                  <a:pt x="2868689" y="5025152"/>
                  <a:pt x="2650786" y="5036669"/>
                </a:cubicBezTo>
                <a:cubicBezTo>
                  <a:pt x="2432883" y="5048186"/>
                  <a:pt x="2294890" y="5034377"/>
                  <a:pt x="2007391" y="5036669"/>
                </a:cubicBezTo>
                <a:cubicBezTo>
                  <a:pt x="1719892" y="5038961"/>
                  <a:pt x="1647291" y="5047684"/>
                  <a:pt x="1363997" y="5036669"/>
                </a:cubicBezTo>
                <a:cubicBezTo>
                  <a:pt x="1080703" y="5025654"/>
                  <a:pt x="932176" y="5062782"/>
                  <a:pt x="681998" y="5036669"/>
                </a:cubicBezTo>
                <a:cubicBezTo>
                  <a:pt x="431820" y="5010556"/>
                  <a:pt x="156521" y="5019706"/>
                  <a:pt x="0" y="5036669"/>
                </a:cubicBezTo>
                <a:cubicBezTo>
                  <a:pt x="10742" y="4937269"/>
                  <a:pt x="-22135" y="4718347"/>
                  <a:pt x="0" y="4563110"/>
                </a:cubicBezTo>
                <a:cubicBezTo>
                  <a:pt x="22135" y="4407873"/>
                  <a:pt x="2547" y="4290763"/>
                  <a:pt x="0" y="4089551"/>
                </a:cubicBezTo>
                <a:cubicBezTo>
                  <a:pt x="-2547" y="3888339"/>
                  <a:pt x="-10985" y="3732913"/>
                  <a:pt x="0" y="3566144"/>
                </a:cubicBezTo>
                <a:cubicBezTo>
                  <a:pt x="10985" y="3399375"/>
                  <a:pt x="-5554" y="3076209"/>
                  <a:pt x="0" y="2943040"/>
                </a:cubicBezTo>
                <a:cubicBezTo>
                  <a:pt x="5554" y="2809871"/>
                  <a:pt x="-12912" y="2601598"/>
                  <a:pt x="0" y="2369784"/>
                </a:cubicBezTo>
                <a:cubicBezTo>
                  <a:pt x="12912" y="2137970"/>
                  <a:pt x="-20626" y="2081861"/>
                  <a:pt x="0" y="1846377"/>
                </a:cubicBezTo>
                <a:cubicBezTo>
                  <a:pt x="20626" y="1610893"/>
                  <a:pt x="-16908" y="1331649"/>
                  <a:pt x="0" y="1173424"/>
                </a:cubicBezTo>
                <a:cubicBezTo>
                  <a:pt x="16908" y="1015199"/>
                  <a:pt x="19920" y="847936"/>
                  <a:pt x="0" y="699865"/>
                </a:cubicBezTo>
                <a:cubicBezTo>
                  <a:pt x="-19920" y="551794"/>
                  <a:pt x="13245" y="358775"/>
                  <a:pt x="0" y="51837"/>
                </a:cubicBezTo>
                <a:close/>
                <a:moveTo>
                  <a:pt x="0" y="51837"/>
                </a:moveTo>
                <a:cubicBezTo>
                  <a:pt x="221887" y="40066"/>
                  <a:pt x="380915" y="36236"/>
                  <a:pt x="566187" y="51837"/>
                </a:cubicBezTo>
                <a:cubicBezTo>
                  <a:pt x="751459" y="67438"/>
                  <a:pt x="904647" y="64279"/>
                  <a:pt x="1132375" y="51837"/>
                </a:cubicBezTo>
                <a:cubicBezTo>
                  <a:pt x="1360103" y="39395"/>
                  <a:pt x="1611614" y="39985"/>
                  <a:pt x="1814373" y="51837"/>
                </a:cubicBezTo>
                <a:cubicBezTo>
                  <a:pt x="2017132" y="63689"/>
                  <a:pt x="2247545" y="72663"/>
                  <a:pt x="2419164" y="51837"/>
                </a:cubicBezTo>
                <a:cubicBezTo>
                  <a:pt x="2590783" y="31011"/>
                  <a:pt x="2924551" y="29235"/>
                  <a:pt x="3062559" y="51837"/>
                </a:cubicBezTo>
                <a:cubicBezTo>
                  <a:pt x="3200567" y="74439"/>
                  <a:pt x="3630771" y="62470"/>
                  <a:pt x="3860368" y="51837"/>
                </a:cubicBezTo>
                <a:cubicBezTo>
                  <a:pt x="3876086" y="37814"/>
                  <a:pt x="3892585" y="21133"/>
                  <a:pt x="3912205" y="0"/>
                </a:cubicBezTo>
                <a:moveTo>
                  <a:pt x="3860368" y="51837"/>
                </a:moveTo>
                <a:cubicBezTo>
                  <a:pt x="3876228" y="268551"/>
                  <a:pt x="3872927" y="584724"/>
                  <a:pt x="3860368" y="774638"/>
                </a:cubicBezTo>
                <a:cubicBezTo>
                  <a:pt x="3847809" y="964552"/>
                  <a:pt x="3866508" y="1237706"/>
                  <a:pt x="3860368" y="1497438"/>
                </a:cubicBezTo>
                <a:cubicBezTo>
                  <a:pt x="3854228" y="1757170"/>
                  <a:pt x="3853385" y="1958626"/>
                  <a:pt x="3860368" y="2120542"/>
                </a:cubicBezTo>
                <a:cubicBezTo>
                  <a:pt x="3867351" y="2282458"/>
                  <a:pt x="3886284" y="2482227"/>
                  <a:pt x="3860368" y="2643950"/>
                </a:cubicBezTo>
                <a:cubicBezTo>
                  <a:pt x="3834452" y="2805673"/>
                  <a:pt x="3863405" y="2916645"/>
                  <a:pt x="3860368" y="3117509"/>
                </a:cubicBezTo>
                <a:cubicBezTo>
                  <a:pt x="3857331" y="3318373"/>
                  <a:pt x="3856479" y="3381761"/>
                  <a:pt x="3860368" y="3640916"/>
                </a:cubicBezTo>
                <a:cubicBezTo>
                  <a:pt x="3864257" y="3900071"/>
                  <a:pt x="3847940" y="4006742"/>
                  <a:pt x="3860368" y="4164323"/>
                </a:cubicBezTo>
                <a:cubicBezTo>
                  <a:pt x="3872796" y="4321904"/>
                  <a:pt x="3894670" y="4647912"/>
                  <a:pt x="3860368" y="5036669"/>
                </a:cubicBezTo>
              </a:path>
            </a:pathLst>
          </a:custGeom>
          <a:solidFill>
            <a:srgbClr val="FDFFEB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8" name="矩形: 圆角 1087"/>
          <p:cNvSpPr/>
          <p:nvPr/>
        </p:nvSpPr>
        <p:spPr>
          <a:xfrm>
            <a:off x="8859320" y="2302836"/>
            <a:ext cx="3574203" cy="1109685"/>
          </a:xfrm>
          <a:prstGeom prst="roundRect">
            <a:avLst/>
          </a:prstGeom>
          <a:solidFill>
            <a:srgbClr val="F8F3F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4" name="立方体 723"/>
          <p:cNvSpPr/>
          <p:nvPr/>
        </p:nvSpPr>
        <p:spPr>
          <a:xfrm>
            <a:off x="3533605" y="3725306"/>
            <a:ext cx="5062998" cy="3128154"/>
          </a:xfrm>
          <a:custGeom>
            <a:avLst/>
            <a:gdLst>
              <a:gd name="csX0" fmla="*/ 0 w 5062998"/>
              <a:gd name="csY0" fmla="*/ 57026 h 3128154"/>
              <a:gd name="csX1" fmla="*/ 725866 w 5062998"/>
              <a:gd name="csY1" fmla="*/ 57026 h 3128154"/>
              <a:gd name="csX2" fmla="*/ 1251493 w 5062998"/>
              <a:gd name="csY2" fmla="*/ 57026 h 3128154"/>
              <a:gd name="csX3" fmla="*/ 1877240 w 5062998"/>
              <a:gd name="csY3" fmla="*/ 57026 h 3128154"/>
              <a:gd name="csX4" fmla="*/ 2502986 w 5062998"/>
              <a:gd name="csY4" fmla="*/ 57026 h 3128154"/>
              <a:gd name="csX5" fmla="*/ 2978553 w 5062998"/>
              <a:gd name="csY5" fmla="*/ 57026 h 3128154"/>
              <a:gd name="csX6" fmla="*/ 3604300 w 5062998"/>
              <a:gd name="csY6" fmla="*/ 57026 h 3128154"/>
              <a:gd name="csX7" fmla="*/ 4179987 w 5062998"/>
              <a:gd name="csY7" fmla="*/ 57026 h 3128154"/>
              <a:gd name="csX8" fmla="*/ 5005972 w 5062998"/>
              <a:gd name="csY8" fmla="*/ 57026 h 3128154"/>
              <a:gd name="csX9" fmla="*/ 5005972 w 5062998"/>
              <a:gd name="csY9" fmla="*/ 732674 h 3128154"/>
              <a:gd name="csX10" fmla="*/ 5005972 w 5062998"/>
              <a:gd name="csY10" fmla="*/ 1346900 h 3128154"/>
              <a:gd name="csX11" fmla="*/ 5005972 w 5062998"/>
              <a:gd name="csY11" fmla="*/ 1868992 h 3128154"/>
              <a:gd name="csX12" fmla="*/ 5005972 w 5062998"/>
              <a:gd name="csY12" fmla="*/ 2452506 h 3128154"/>
              <a:gd name="csX13" fmla="*/ 5005972 w 5062998"/>
              <a:gd name="csY13" fmla="*/ 3128154 h 3128154"/>
              <a:gd name="csX14" fmla="*/ 4430285 w 5062998"/>
              <a:gd name="csY14" fmla="*/ 3128154 h 3128154"/>
              <a:gd name="csX15" fmla="*/ 3904658 w 5062998"/>
              <a:gd name="csY15" fmla="*/ 3128154 h 3128154"/>
              <a:gd name="csX16" fmla="*/ 3278912 w 5062998"/>
              <a:gd name="csY16" fmla="*/ 3128154 h 3128154"/>
              <a:gd name="csX17" fmla="*/ 2553046 w 5062998"/>
              <a:gd name="csY17" fmla="*/ 3128154 h 3128154"/>
              <a:gd name="csX18" fmla="*/ 2077478 w 5062998"/>
              <a:gd name="csY18" fmla="*/ 3128154 h 3128154"/>
              <a:gd name="csX19" fmla="*/ 1601911 w 5062998"/>
              <a:gd name="csY19" fmla="*/ 3128154 h 3128154"/>
              <a:gd name="csX20" fmla="*/ 876045 w 5062998"/>
              <a:gd name="csY20" fmla="*/ 3128154 h 3128154"/>
              <a:gd name="csX21" fmla="*/ 0 w 5062998"/>
              <a:gd name="csY21" fmla="*/ 3128154 h 3128154"/>
              <a:gd name="csX22" fmla="*/ 0 w 5062998"/>
              <a:gd name="csY22" fmla="*/ 2606062 h 3128154"/>
              <a:gd name="csX23" fmla="*/ 0 w 5062998"/>
              <a:gd name="csY23" fmla="*/ 2083970 h 3128154"/>
              <a:gd name="csX24" fmla="*/ 0 w 5062998"/>
              <a:gd name="csY24" fmla="*/ 1500456 h 3128154"/>
              <a:gd name="csX25" fmla="*/ 0 w 5062998"/>
              <a:gd name="csY25" fmla="*/ 855519 h 3128154"/>
              <a:gd name="csX26" fmla="*/ 0 w 5062998"/>
              <a:gd name="csY26" fmla="*/ 57026 h 3128154"/>
              <a:gd name="csX0-1" fmla="*/ 5005972 w 5062998"/>
              <a:gd name="csY0-2" fmla="*/ 57026 h 3128154"/>
              <a:gd name="csX1-3" fmla="*/ 5062998 w 5062998"/>
              <a:gd name="csY1-4" fmla="*/ 0 h 3128154"/>
              <a:gd name="csX2-5" fmla="*/ 5062998 w 5062998"/>
              <a:gd name="csY2-6" fmla="*/ 552803 h 3128154"/>
              <a:gd name="csX3-7" fmla="*/ 5062998 w 5062998"/>
              <a:gd name="csY3-8" fmla="*/ 1074895 h 3128154"/>
              <a:gd name="csX4-9" fmla="*/ 5062998 w 5062998"/>
              <a:gd name="csY4-10" fmla="*/ 1689120 h 3128154"/>
              <a:gd name="csX5-11" fmla="*/ 5062998 w 5062998"/>
              <a:gd name="csY5-12" fmla="*/ 2272635 h 3128154"/>
              <a:gd name="csX6-13" fmla="*/ 5062998 w 5062998"/>
              <a:gd name="csY6-14" fmla="*/ 3071128 h 3128154"/>
              <a:gd name="csX7-15" fmla="*/ 5005972 w 5062998"/>
              <a:gd name="csY7-16" fmla="*/ 3128154 h 3128154"/>
              <a:gd name="csX8-17" fmla="*/ 5005972 w 5062998"/>
              <a:gd name="csY8-18" fmla="*/ 2513928 h 3128154"/>
              <a:gd name="csX9-19" fmla="*/ 5005972 w 5062998"/>
              <a:gd name="csY9-20" fmla="*/ 1868992 h 3128154"/>
              <a:gd name="csX10-21" fmla="*/ 5005972 w 5062998"/>
              <a:gd name="csY10-22" fmla="*/ 1224055 h 3128154"/>
              <a:gd name="csX11-23" fmla="*/ 5005972 w 5062998"/>
              <a:gd name="csY11-24" fmla="*/ 701963 h 3128154"/>
              <a:gd name="csX12-25" fmla="*/ 5005972 w 5062998"/>
              <a:gd name="csY12-26" fmla="*/ 57026 h 3128154"/>
              <a:gd name="csX0-27" fmla="*/ 0 w 5062998"/>
              <a:gd name="csY0-28" fmla="*/ 57026 h 3128154"/>
              <a:gd name="csX1-29" fmla="*/ 57026 w 5062998"/>
              <a:gd name="csY1-30" fmla="*/ 0 h 3128154"/>
              <a:gd name="csX2-31" fmla="*/ 682773 w 5062998"/>
              <a:gd name="csY2-32" fmla="*/ 0 h 3128154"/>
              <a:gd name="csX3-33" fmla="*/ 1308519 w 5062998"/>
              <a:gd name="csY3-34" fmla="*/ 0 h 3128154"/>
              <a:gd name="csX4-35" fmla="*/ 1784086 w 5062998"/>
              <a:gd name="csY4-36" fmla="*/ 0 h 3128154"/>
              <a:gd name="csX5-37" fmla="*/ 2259654 w 5062998"/>
              <a:gd name="csY5-38" fmla="*/ 0 h 3128154"/>
              <a:gd name="csX6-39" fmla="*/ 2985520 w 5062998"/>
              <a:gd name="csY6-40" fmla="*/ 0 h 3128154"/>
              <a:gd name="csX7-41" fmla="*/ 3561206 w 5062998"/>
              <a:gd name="csY7-42" fmla="*/ 0 h 3128154"/>
              <a:gd name="csX8-43" fmla="*/ 4086833 w 5062998"/>
              <a:gd name="csY8-44" fmla="*/ 0 h 3128154"/>
              <a:gd name="csX9-45" fmla="*/ 5062998 w 5062998"/>
              <a:gd name="csY9-46" fmla="*/ 0 h 3128154"/>
              <a:gd name="csX10-47" fmla="*/ 5005972 w 5062998"/>
              <a:gd name="csY10-48" fmla="*/ 57026 h 3128154"/>
              <a:gd name="csX11-49" fmla="*/ 4280106 w 5062998"/>
              <a:gd name="csY11-50" fmla="*/ 57026 h 3128154"/>
              <a:gd name="csX12-51" fmla="*/ 3654360 w 5062998"/>
              <a:gd name="csY12-52" fmla="*/ 57026 h 3128154"/>
              <a:gd name="csX13-53" fmla="*/ 3078673 w 5062998"/>
              <a:gd name="csY13-54" fmla="*/ 57026 h 3128154"/>
              <a:gd name="csX14-55" fmla="*/ 2352807 w 5062998"/>
              <a:gd name="csY14-56" fmla="*/ 57026 h 3128154"/>
              <a:gd name="csX15-57" fmla="*/ 1877240 w 5062998"/>
              <a:gd name="csY15-58" fmla="*/ 57026 h 3128154"/>
              <a:gd name="csX16-59" fmla="*/ 1401672 w 5062998"/>
              <a:gd name="csY16-60" fmla="*/ 57026 h 3128154"/>
              <a:gd name="csX17-61" fmla="*/ 825985 w 5062998"/>
              <a:gd name="csY17-62" fmla="*/ 57026 h 3128154"/>
              <a:gd name="csX18-63" fmla="*/ 0 w 5062998"/>
              <a:gd name="csY18-64" fmla="*/ 57026 h 3128154"/>
              <a:gd name="csX0-65" fmla="*/ 0 w 5062998"/>
              <a:gd name="csY0-66" fmla="*/ 57026 h 3128154"/>
              <a:gd name="csX1-67" fmla="*/ 57026 w 5062998"/>
              <a:gd name="csY1-68" fmla="*/ 0 h 3128154"/>
              <a:gd name="csX2-69" fmla="*/ 732832 w 5062998"/>
              <a:gd name="csY2-70" fmla="*/ 0 h 3128154"/>
              <a:gd name="csX3-71" fmla="*/ 1458698 w 5062998"/>
              <a:gd name="csY3-72" fmla="*/ 0 h 3128154"/>
              <a:gd name="csX4-73" fmla="*/ 2184564 w 5062998"/>
              <a:gd name="csY4-74" fmla="*/ 0 h 3128154"/>
              <a:gd name="csX5-75" fmla="*/ 2760251 w 5062998"/>
              <a:gd name="csY5-76" fmla="*/ 0 h 3128154"/>
              <a:gd name="csX6-77" fmla="*/ 3335938 w 5062998"/>
              <a:gd name="csY6-78" fmla="*/ 0 h 3128154"/>
              <a:gd name="csX7-79" fmla="*/ 4011744 w 5062998"/>
              <a:gd name="csY7-80" fmla="*/ 0 h 3128154"/>
              <a:gd name="csX8-81" fmla="*/ 4487311 w 5062998"/>
              <a:gd name="csY8-82" fmla="*/ 0 h 3128154"/>
              <a:gd name="csX9-83" fmla="*/ 5062998 w 5062998"/>
              <a:gd name="csY9-84" fmla="*/ 0 h 3128154"/>
              <a:gd name="csX10-85" fmla="*/ 5062998 w 5062998"/>
              <a:gd name="csY10-86" fmla="*/ 522092 h 3128154"/>
              <a:gd name="csX11-87" fmla="*/ 5062998 w 5062998"/>
              <a:gd name="csY11-88" fmla="*/ 1136317 h 3128154"/>
              <a:gd name="csX12-89" fmla="*/ 5062998 w 5062998"/>
              <a:gd name="csY12-90" fmla="*/ 1689120 h 3128154"/>
              <a:gd name="csX13-91" fmla="*/ 5062998 w 5062998"/>
              <a:gd name="csY13-92" fmla="*/ 2272635 h 3128154"/>
              <a:gd name="csX14-93" fmla="*/ 5062998 w 5062998"/>
              <a:gd name="csY14-94" fmla="*/ 3071128 h 3128154"/>
              <a:gd name="csX15-95" fmla="*/ 5005972 w 5062998"/>
              <a:gd name="csY15-96" fmla="*/ 3128154 h 3128154"/>
              <a:gd name="csX16-97" fmla="*/ 4380226 w 5062998"/>
              <a:gd name="csY16-98" fmla="*/ 3128154 h 3128154"/>
              <a:gd name="csX17-99" fmla="*/ 3704419 w 5062998"/>
              <a:gd name="csY17-100" fmla="*/ 3128154 h 3128154"/>
              <a:gd name="csX18-101" fmla="*/ 3078673 w 5062998"/>
              <a:gd name="csY18-102" fmla="*/ 3128154 h 3128154"/>
              <a:gd name="csX19-103" fmla="*/ 2402867 w 5062998"/>
              <a:gd name="csY19-104" fmla="*/ 3128154 h 3128154"/>
              <a:gd name="csX20-105" fmla="*/ 1777120 w 5062998"/>
              <a:gd name="csY20-106" fmla="*/ 3128154 h 3128154"/>
              <a:gd name="csX21-107" fmla="*/ 1151374 w 5062998"/>
              <a:gd name="csY21-108" fmla="*/ 3128154 h 3128154"/>
              <a:gd name="csX22-109" fmla="*/ 575687 w 5062998"/>
              <a:gd name="csY22-110" fmla="*/ 3128154 h 3128154"/>
              <a:gd name="csX23-111" fmla="*/ 0 w 5062998"/>
              <a:gd name="csY23-112" fmla="*/ 3128154 h 3128154"/>
              <a:gd name="csX24-113" fmla="*/ 0 w 5062998"/>
              <a:gd name="csY24-114" fmla="*/ 2452506 h 3128154"/>
              <a:gd name="csX25-115" fmla="*/ 0 w 5062998"/>
              <a:gd name="csY25-116" fmla="*/ 1868992 h 3128154"/>
              <a:gd name="csX26-117" fmla="*/ 0 w 5062998"/>
              <a:gd name="csY26-118" fmla="*/ 1224055 h 3128154"/>
              <a:gd name="csX27" fmla="*/ 0 w 5062998"/>
              <a:gd name="csY27" fmla="*/ 57026 h 3128154"/>
              <a:gd name="csX28" fmla="*/ 0 w 5062998"/>
              <a:gd name="csY28" fmla="*/ 57026 h 3128154"/>
              <a:gd name="csX29" fmla="*/ 675806 w 5062998"/>
              <a:gd name="csY29" fmla="*/ 57026 h 3128154"/>
              <a:gd name="csX30" fmla="*/ 1401672 w 5062998"/>
              <a:gd name="csY30" fmla="*/ 57026 h 3128154"/>
              <a:gd name="csX31" fmla="*/ 2127538 w 5062998"/>
              <a:gd name="csY31" fmla="*/ 57026 h 3128154"/>
              <a:gd name="csX32" fmla="*/ 2803344 w 5062998"/>
              <a:gd name="csY32" fmla="*/ 57026 h 3128154"/>
              <a:gd name="csX33" fmla="*/ 3328971 w 5062998"/>
              <a:gd name="csY33" fmla="*/ 57026 h 3128154"/>
              <a:gd name="csX34" fmla="*/ 3954718 w 5062998"/>
              <a:gd name="csY34" fmla="*/ 57026 h 3128154"/>
              <a:gd name="csX35" fmla="*/ 5005972 w 5062998"/>
              <a:gd name="csY35" fmla="*/ 57026 h 3128154"/>
              <a:gd name="csX36" fmla="*/ 5062998 w 5062998"/>
              <a:gd name="csY36" fmla="*/ 0 h 3128154"/>
              <a:gd name="csX37" fmla="*/ 5005972 w 5062998"/>
              <a:gd name="csY37" fmla="*/ 57026 h 3128154"/>
              <a:gd name="csX38" fmla="*/ 5005972 w 5062998"/>
              <a:gd name="csY38" fmla="*/ 579118 h 3128154"/>
              <a:gd name="csX39" fmla="*/ 5005972 w 5062998"/>
              <a:gd name="csY39" fmla="*/ 1254766 h 3128154"/>
              <a:gd name="csX40" fmla="*/ 5005972 w 5062998"/>
              <a:gd name="csY40" fmla="*/ 1776858 h 3128154"/>
              <a:gd name="csX41" fmla="*/ 5005972 w 5062998"/>
              <a:gd name="csY41" fmla="*/ 2421795 h 3128154"/>
              <a:gd name="csX42" fmla="*/ 5005972 w 5062998"/>
              <a:gd name="csY42" fmla="*/ 3128154 h 3128154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53" y="csY13-54"/>
              </a:cxn>
              <a:cxn ang="0">
                <a:pos x="csX14-55" y="csY14-56"/>
              </a:cxn>
              <a:cxn ang="0">
                <a:pos x="csX15-57" y="csY15-58"/>
              </a:cxn>
              <a:cxn ang="0">
                <a:pos x="csX16-59" y="csY16-60"/>
              </a:cxn>
              <a:cxn ang="0">
                <a:pos x="csX17-61" y="csY17-62"/>
              </a:cxn>
              <a:cxn ang="0">
                <a:pos x="csX18-63" y="csY18-64"/>
              </a:cxn>
              <a:cxn ang="0">
                <a:pos x="csX19-103" y="csY19-104"/>
              </a:cxn>
              <a:cxn ang="0">
                <a:pos x="csX20-105" y="csY20-106"/>
              </a:cxn>
              <a:cxn ang="0">
                <a:pos x="csX21-107" y="csY21-108"/>
              </a:cxn>
              <a:cxn ang="0">
                <a:pos x="csX22-109" y="csY22-110"/>
              </a:cxn>
              <a:cxn ang="0">
                <a:pos x="csX23-111" y="csY23-112"/>
              </a:cxn>
              <a:cxn ang="0">
                <a:pos x="csX24-113" y="csY24-114"/>
              </a:cxn>
              <a:cxn ang="0">
                <a:pos x="csX25-115" y="csY25-116"/>
              </a:cxn>
              <a:cxn ang="0">
                <a:pos x="csX26-117" y="csY26-118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062998" h="3128154" stroke="0" extrusionOk="0">
                <a:moveTo>
                  <a:pt x="0" y="57026"/>
                </a:moveTo>
                <a:cubicBezTo>
                  <a:pt x="165676" y="57135"/>
                  <a:pt x="540752" y="39351"/>
                  <a:pt x="725866" y="57026"/>
                </a:cubicBezTo>
                <a:cubicBezTo>
                  <a:pt x="910980" y="74701"/>
                  <a:pt x="1009655" y="31504"/>
                  <a:pt x="1251493" y="57026"/>
                </a:cubicBezTo>
                <a:cubicBezTo>
                  <a:pt x="1493331" y="82548"/>
                  <a:pt x="1575314" y="51895"/>
                  <a:pt x="1877240" y="57026"/>
                </a:cubicBezTo>
                <a:cubicBezTo>
                  <a:pt x="2179166" y="62157"/>
                  <a:pt x="2352061" y="62883"/>
                  <a:pt x="2502986" y="57026"/>
                </a:cubicBezTo>
                <a:cubicBezTo>
                  <a:pt x="2653911" y="51169"/>
                  <a:pt x="2863873" y="42217"/>
                  <a:pt x="2978553" y="57026"/>
                </a:cubicBezTo>
                <a:cubicBezTo>
                  <a:pt x="3093233" y="71835"/>
                  <a:pt x="3352880" y="33243"/>
                  <a:pt x="3604300" y="57026"/>
                </a:cubicBezTo>
                <a:cubicBezTo>
                  <a:pt x="3855720" y="80809"/>
                  <a:pt x="4063065" y="57748"/>
                  <a:pt x="4179987" y="57026"/>
                </a:cubicBezTo>
                <a:cubicBezTo>
                  <a:pt x="4296909" y="56304"/>
                  <a:pt x="4722959" y="94125"/>
                  <a:pt x="5005972" y="57026"/>
                </a:cubicBezTo>
                <a:cubicBezTo>
                  <a:pt x="5016621" y="230857"/>
                  <a:pt x="4988213" y="488617"/>
                  <a:pt x="5005972" y="732674"/>
                </a:cubicBezTo>
                <a:cubicBezTo>
                  <a:pt x="5023731" y="976731"/>
                  <a:pt x="5031815" y="1175515"/>
                  <a:pt x="5005972" y="1346900"/>
                </a:cubicBezTo>
                <a:cubicBezTo>
                  <a:pt x="4980129" y="1518285"/>
                  <a:pt x="4991590" y="1623983"/>
                  <a:pt x="5005972" y="1868992"/>
                </a:cubicBezTo>
                <a:cubicBezTo>
                  <a:pt x="5020354" y="2114001"/>
                  <a:pt x="5019647" y="2248748"/>
                  <a:pt x="5005972" y="2452506"/>
                </a:cubicBezTo>
                <a:cubicBezTo>
                  <a:pt x="4992297" y="2656264"/>
                  <a:pt x="5009801" y="2966061"/>
                  <a:pt x="5005972" y="3128154"/>
                </a:cubicBezTo>
                <a:cubicBezTo>
                  <a:pt x="4872549" y="3140072"/>
                  <a:pt x="4593276" y="3108384"/>
                  <a:pt x="4430285" y="3128154"/>
                </a:cubicBezTo>
                <a:cubicBezTo>
                  <a:pt x="4267294" y="3147924"/>
                  <a:pt x="4063103" y="3148841"/>
                  <a:pt x="3904658" y="3128154"/>
                </a:cubicBezTo>
                <a:cubicBezTo>
                  <a:pt x="3746213" y="3107467"/>
                  <a:pt x="3450092" y="3119766"/>
                  <a:pt x="3278912" y="3128154"/>
                </a:cubicBezTo>
                <a:cubicBezTo>
                  <a:pt x="3107732" y="3136542"/>
                  <a:pt x="2713260" y="3129123"/>
                  <a:pt x="2553046" y="3128154"/>
                </a:cubicBezTo>
                <a:cubicBezTo>
                  <a:pt x="2392832" y="3127185"/>
                  <a:pt x="2270394" y="3117360"/>
                  <a:pt x="2077478" y="3128154"/>
                </a:cubicBezTo>
                <a:cubicBezTo>
                  <a:pt x="1884562" y="3138948"/>
                  <a:pt x="1708909" y="3107226"/>
                  <a:pt x="1601911" y="3128154"/>
                </a:cubicBezTo>
                <a:cubicBezTo>
                  <a:pt x="1494913" y="3149082"/>
                  <a:pt x="1132985" y="3097156"/>
                  <a:pt x="876045" y="3128154"/>
                </a:cubicBezTo>
                <a:cubicBezTo>
                  <a:pt x="619105" y="3159152"/>
                  <a:pt x="395279" y="3107810"/>
                  <a:pt x="0" y="3128154"/>
                </a:cubicBezTo>
                <a:cubicBezTo>
                  <a:pt x="-12884" y="2940417"/>
                  <a:pt x="-22480" y="2745402"/>
                  <a:pt x="0" y="2606062"/>
                </a:cubicBezTo>
                <a:cubicBezTo>
                  <a:pt x="22480" y="2466722"/>
                  <a:pt x="1864" y="2255688"/>
                  <a:pt x="0" y="2083970"/>
                </a:cubicBezTo>
                <a:cubicBezTo>
                  <a:pt x="-1864" y="1912252"/>
                  <a:pt x="18877" y="1784037"/>
                  <a:pt x="0" y="1500456"/>
                </a:cubicBezTo>
                <a:cubicBezTo>
                  <a:pt x="-18877" y="1216875"/>
                  <a:pt x="-24880" y="1167539"/>
                  <a:pt x="0" y="855519"/>
                </a:cubicBezTo>
                <a:cubicBezTo>
                  <a:pt x="24880" y="543499"/>
                  <a:pt x="-11367" y="399239"/>
                  <a:pt x="0" y="57026"/>
                </a:cubicBezTo>
                <a:close/>
              </a:path>
              <a:path w="5062998" h="3128154" fill="darkenLess" stroke="0" extrusionOk="0">
                <a:moveTo>
                  <a:pt x="5005972" y="57026"/>
                </a:moveTo>
                <a:cubicBezTo>
                  <a:pt x="5030843" y="32917"/>
                  <a:pt x="5041360" y="18983"/>
                  <a:pt x="5062998" y="0"/>
                </a:cubicBezTo>
                <a:cubicBezTo>
                  <a:pt x="5049647" y="243061"/>
                  <a:pt x="5081148" y="323356"/>
                  <a:pt x="5062998" y="552803"/>
                </a:cubicBezTo>
                <a:cubicBezTo>
                  <a:pt x="5044848" y="782250"/>
                  <a:pt x="5074118" y="905695"/>
                  <a:pt x="5062998" y="1074895"/>
                </a:cubicBezTo>
                <a:cubicBezTo>
                  <a:pt x="5051878" y="1244095"/>
                  <a:pt x="5034368" y="1519275"/>
                  <a:pt x="5062998" y="1689120"/>
                </a:cubicBezTo>
                <a:cubicBezTo>
                  <a:pt x="5091628" y="1858965"/>
                  <a:pt x="5065309" y="2012424"/>
                  <a:pt x="5062998" y="2272635"/>
                </a:cubicBezTo>
                <a:cubicBezTo>
                  <a:pt x="5060687" y="2532847"/>
                  <a:pt x="5038910" y="2752057"/>
                  <a:pt x="5062998" y="3071128"/>
                </a:cubicBezTo>
                <a:cubicBezTo>
                  <a:pt x="5047992" y="3086419"/>
                  <a:pt x="5029988" y="3104556"/>
                  <a:pt x="5005972" y="3128154"/>
                </a:cubicBezTo>
                <a:cubicBezTo>
                  <a:pt x="5012511" y="2872020"/>
                  <a:pt x="5034876" y="2740784"/>
                  <a:pt x="5005972" y="2513928"/>
                </a:cubicBezTo>
                <a:cubicBezTo>
                  <a:pt x="4977068" y="2287072"/>
                  <a:pt x="4973833" y="2119045"/>
                  <a:pt x="5005972" y="1868992"/>
                </a:cubicBezTo>
                <a:cubicBezTo>
                  <a:pt x="5038111" y="1618939"/>
                  <a:pt x="4985073" y="1490440"/>
                  <a:pt x="5005972" y="1224055"/>
                </a:cubicBezTo>
                <a:cubicBezTo>
                  <a:pt x="5026871" y="957670"/>
                  <a:pt x="5031721" y="947103"/>
                  <a:pt x="5005972" y="701963"/>
                </a:cubicBezTo>
                <a:cubicBezTo>
                  <a:pt x="4980223" y="456823"/>
                  <a:pt x="5016102" y="337929"/>
                  <a:pt x="5005972" y="57026"/>
                </a:cubicBezTo>
                <a:close/>
              </a:path>
              <a:path w="5062998" h="3128154" fill="lightenLess" stroke="0" extrusionOk="0">
                <a:moveTo>
                  <a:pt x="0" y="57026"/>
                </a:moveTo>
                <a:cubicBezTo>
                  <a:pt x="25331" y="35058"/>
                  <a:pt x="42393" y="12920"/>
                  <a:pt x="57026" y="0"/>
                </a:cubicBezTo>
                <a:cubicBezTo>
                  <a:pt x="233657" y="-20483"/>
                  <a:pt x="384856" y="-3987"/>
                  <a:pt x="682773" y="0"/>
                </a:cubicBezTo>
                <a:cubicBezTo>
                  <a:pt x="980690" y="3987"/>
                  <a:pt x="1017851" y="-21695"/>
                  <a:pt x="1308519" y="0"/>
                </a:cubicBezTo>
                <a:cubicBezTo>
                  <a:pt x="1599187" y="21695"/>
                  <a:pt x="1665725" y="-6361"/>
                  <a:pt x="1784086" y="0"/>
                </a:cubicBezTo>
                <a:cubicBezTo>
                  <a:pt x="1902447" y="6361"/>
                  <a:pt x="2034119" y="-3265"/>
                  <a:pt x="2259654" y="0"/>
                </a:cubicBezTo>
                <a:cubicBezTo>
                  <a:pt x="2485189" y="3265"/>
                  <a:pt x="2823293" y="-12677"/>
                  <a:pt x="2985520" y="0"/>
                </a:cubicBezTo>
                <a:cubicBezTo>
                  <a:pt x="3147747" y="12677"/>
                  <a:pt x="3392607" y="21924"/>
                  <a:pt x="3561206" y="0"/>
                </a:cubicBezTo>
                <a:cubicBezTo>
                  <a:pt x="3729805" y="-21924"/>
                  <a:pt x="3837238" y="-15241"/>
                  <a:pt x="4086833" y="0"/>
                </a:cubicBezTo>
                <a:cubicBezTo>
                  <a:pt x="4336428" y="15241"/>
                  <a:pt x="4654373" y="27032"/>
                  <a:pt x="5062998" y="0"/>
                </a:cubicBezTo>
                <a:cubicBezTo>
                  <a:pt x="5050514" y="17688"/>
                  <a:pt x="5029501" y="28490"/>
                  <a:pt x="5005972" y="57026"/>
                </a:cubicBezTo>
                <a:cubicBezTo>
                  <a:pt x="4682977" y="38804"/>
                  <a:pt x="4642564" y="61144"/>
                  <a:pt x="4280106" y="57026"/>
                </a:cubicBezTo>
                <a:cubicBezTo>
                  <a:pt x="3917648" y="52908"/>
                  <a:pt x="3823274" y="64059"/>
                  <a:pt x="3654360" y="57026"/>
                </a:cubicBezTo>
                <a:cubicBezTo>
                  <a:pt x="3485446" y="49993"/>
                  <a:pt x="3366428" y="68421"/>
                  <a:pt x="3078673" y="57026"/>
                </a:cubicBezTo>
                <a:cubicBezTo>
                  <a:pt x="2790918" y="45631"/>
                  <a:pt x="2701579" y="27170"/>
                  <a:pt x="2352807" y="57026"/>
                </a:cubicBezTo>
                <a:cubicBezTo>
                  <a:pt x="2004035" y="86882"/>
                  <a:pt x="2048049" y="60192"/>
                  <a:pt x="1877240" y="57026"/>
                </a:cubicBezTo>
                <a:cubicBezTo>
                  <a:pt x="1706431" y="53860"/>
                  <a:pt x="1514541" y="66113"/>
                  <a:pt x="1401672" y="57026"/>
                </a:cubicBezTo>
                <a:cubicBezTo>
                  <a:pt x="1288803" y="47939"/>
                  <a:pt x="1035504" y="28411"/>
                  <a:pt x="825985" y="57026"/>
                </a:cubicBezTo>
                <a:cubicBezTo>
                  <a:pt x="616466" y="85641"/>
                  <a:pt x="174116" y="86592"/>
                  <a:pt x="0" y="57026"/>
                </a:cubicBezTo>
                <a:close/>
              </a:path>
              <a:path w="5062998" h="3128154" fill="none" extrusionOk="0">
                <a:moveTo>
                  <a:pt x="0" y="57026"/>
                </a:moveTo>
                <a:cubicBezTo>
                  <a:pt x="16458" y="38823"/>
                  <a:pt x="34190" y="20991"/>
                  <a:pt x="57026" y="0"/>
                </a:cubicBezTo>
                <a:cubicBezTo>
                  <a:pt x="349236" y="-15774"/>
                  <a:pt x="508669" y="21856"/>
                  <a:pt x="732832" y="0"/>
                </a:cubicBezTo>
                <a:cubicBezTo>
                  <a:pt x="956995" y="-21856"/>
                  <a:pt x="1303909" y="-28874"/>
                  <a:pt x="1458698" y="0"/>
                </a:cubicBezTo>
                <a:cubicBezTo>
                  <a:pt x="1613487" y="28874"/>
                  <a:pt x="1908214" y="-26546"/>
                  <a:pt x="2184564" y="0"/>
                </a:cubicBezTo>
                <a:cubicBezTo>
                  <a:pt x="2460914" y="26546"/>
                  <a:pt x="2478188" y="14555"/>
                  <a:pt x="2760251" y="0"/>
                </a:cubicBezTo>
                <a:cubicBezTo>
                  <a:pt x="3042314" y="-14555"/>
                  <a:pt x="3083893" y="-7372"/>
                  <a:pt x="3335938" y="0"/>
                </a:cubicBezTo>
                <a:cubicBezTo>
                  <a:pt x="3587983" y="7372"/>
                  <a:pt x="3847433" y="-33300"/>
                  <a:pt x="4011744" y="0"/>
                </a:cubicBezTo>
                <a:cubicBezTo>
                  <a:pt x="4176055" y="33300"/>
                  <a:pt x="4334958" y="5332"/>
                  <a:pt x="4487311" y="0"/>
                </a:cubicBezTo>
                <a:cubicBezTo>
                  <a:pt x="4639664" y="-5332"/>
                  <a:pt x="4888946" y="20781"/>
                  <a:pt x="5062998" y="0"/>
                </a:cubicBezTo>
                <a:cubicBezTo>
                  <a:pt x="5075393" y="127962"/>
                  <a:pt x="5060286" y="299448"/>
                  <a:pt x="5062998" y="522092"/>
                </a:cubicBezTo>
                <a:cubicBezTo>
                  <a:pt x="5065710" y="744736"/>
                  <a:pt x="5086999" y="982027"/>
                  <a:pt x="5062998" y="1136317"/>
                </a:cubicBezTo>
                <a:cubicBezTo>
                  <a:pt x="5038997" y="1290608"/>
                  <a:pt x="5081682" y="1530921"/>
                  <a:pt x="5062998" y="1689120"/>
                </a:cubicBezTo>
                <a:cubicBezTo>
                  <a:pt x="5044314" y="1847319"/>
                  <a:pt x="5080950" y="2079415"/>
                  <a:pt x="5062998" y="2272635"/>
                </a:cubicBezTo>
                <a:cubicBezTo>
                  <a:pt x="5045046" y="2465856"/>
                  <a:pt x="5034368" y="2888579"/>
                  <a:pt x="5062998" y="3071128"/>
                </a:cubicBezTo>
                <a:cubicBezTo>
                  <a:pt x="5035186" y="3095658"/>
                  <a:pt x="5029422" y="3103396"/>
                  <a:pt x="5005972" y="3128154"/>
                </a:cubicBezTo>
                <a:cubicBezTo>
                  <a:pt x="4873395" y="3146086"/>
                  <a:pt x="4571461" y="3104846"/>
                  <a:pt x="4380226" y="3128154"/>
                </a:cubicBezTo>
                <a:cubicBezTo>
                  <a:pt x="4188991" y="3151462"/>
                  <a:pt x="3864320" y="3127787"/>
                  <a:pt x="3704419" y="3128154"/>
                </a:cubicBezTo>
                <a:cubicBezTo>
                  <a:pt x="3544518" y="3128521"/>
                  <a:pt x="3232202" y="3150310"/>
                  <a:pt x="3078673" y="3128154"/>
                </a:cubicBezTo>
                <a:cubicBezTo>
                  <a:pt x="2925144" y="3105998"/>
                  <a:pt x="2632823" y="3159816"/>
                  <a:pt x="2402867" y="3128154"/>
                </a:cubicBezTo>
                <a:cubicBezTo>
                  <a:pt x="2172911" y="3096492"/>
                  <a:pt x="1941796" y="3159107"/>
                  <a:pt x="1777120" y="3128154"/>
                </a:cubicBezTo>
                <a:cubicBezTo>
                  <a:pt x="1612444" y="3097201"/>
                  <a:pt x="1345529" y="3117142"/>
                  <a:pt x="1151374" y="3128154"/>
                </a:cubicBezTo>
                <a:cubicBezTo>
                  <a:pt x="957219" y="3139166"/>
                  <a:pt x="771062" y="3101928"/>
                  <a:pt x="575687" y="3128154"/>
                </a:cubicBezTo>
                <a:cubicBezTo>
                  <a:pt x="380312" y="3154380"/>
                  <a:pt x="225915" y="3129407"/>
                  <a:pt x="0" y="3128154"/>
                </a:cubicBezTo>
                <a:cubicBezTo>
                  <a:pt x="-33298" y="2815595"/>
                  <a:pt x="26622" y="2759533"/>
                  <a:pt x="0" y="2452506"/>
                </a:cubicBezTo>
                <a:cubicBezTo>
                  <a:pt x="-26622" y="2145479"/>
                  <a:pt x="-8360" y="2100578"/>
                  <a:pt x="0" y="1868992"/>
                </a:cubicBezTo>
                <a:cubicBezTo>
                  <a:pt x="8360" y="1637406"/>
                  <a:pt x="19038" y="1534736"/>
                  <a:pt x="0" y="1224055"/>
                </a:cubicBezTo>
                <a:cubicBezTo>
                  <a:pt x="-19038" y="913374"/>
                  <a:pt x="-11969" y="358368"/>
                  <a:pt x="0" y="57026"/>
                </a:cubicBezTo>
                <a:close/>
                <a:moveTo>
                  <a:pt x="0" y="57026"/>
                </a:moveTo>
                <a:cubicBezTo>
                  <a:pt x="239036" y="29612"/>
                  <a:pt x="481435" y="45456"/>
                  <a:pt x="675806" y="57026"/>
                </a:cubicBezTo>
                <a:cubicBezTo>
                  <a:pt x="870177" y="68596"/>
                  <a:pt x="1113732" y="34728"/>
                  <a:pt x="1401672" y="57026"/>
                </a:cubicBezTo>
                <a:cubicBezTo>
                  <a:pt x="1689612" y="79324"/>
                  <a:pt x="1824459" y="52460"/>
                  <a:pt x="2127538" y="57026"/>
                </a:cubicBezTo>
                <a:cubicBezTo>
                  <a:pt x="2430617" y="61592"/>
                  <a:pt x="2575990" y="81220"/>
                  <a:pt x="2803344" y="57026"/>
                </a:cubicBezTo>
                <a:cubicBezTo>
                  <a:pt x="3030698" y="32832"/>
                  <a:pt x="3175981" y="53468"/>
                  <a:pt x="3328971" y="57026"/>
                </a:cubicBezTo>
                <a:cubicBezTo>
                  <a:pt x="3481961" y="60584"/>
                  <a:pt x="3645960" y="27064"/>
                  <a:pt x="3954718" y="57026"/>
                </a:cubicBezTo>
                <a:cubicBezTo>
                  <a:pt x="4263476" y="86988"/>
                  <a:pt x="4610218" y="15366"/>
                  <a:pt x="5005972" y="57026"/>
                </a:cubicBezTo>
                <a:cubicBezTo>
                  <a:pt x="5032382" y="33977"/>
                  <a:pt x="5039950" y="26550"/>
                  <a:pt x="5062998" y="0"/>
                </a:cubicBezTo>
                <a:moveTo>
                  <a:pt x="5005972" y="57026"/>
                </a:moveTo>
                <a:cubicBezTo>
                  <a:pt x="5003290" y="294650"/>
                  <a:pt x="5010310" y="321144"/>
                  <a:pt x="5005972" y="579118"/>
                </a:cubicBezTo>
                <a:cubicBezTo>
                  <a:pt x="5001634" y="837092"/>
                  <a:pt x="5009722" y="1020693"/>
                  <a:pt x="5005972" y="1254766"/>
                </a:cubicBezTo>
                <a:cubicBezTo>
                  <a:pt x="5002222" y="1488839"/>
                  <a:pt x="5026471" y="1622123"/>
                  <a:pt x="5005972" y="1776858"/>
                </a:cubicBezTo>
                <a:cubicBezTo>
                  <a:pt x="4985473" y="1931593"/>
                  <a:pt x="5029161" y="2104538"/>
                  <a:pt x="5005972" y="2421795"/>
                </a:cubicBezTo>
                <a:cubicBezTo>
                  <a:pt x="4982783" y="2739052"/>
                  <a:pt x="5000818" y="2867193"/>
                  <a:pt x="5005972" y="3128154"/>
                </a:cubicBezTo>
              </a:path>
              <a:path w="5062998" h="3128154" fill="none" stroke="0" extrusionOk="0">
                <a:moveTo>
                  <a:pt x="0" y="57026"/>
                </a:moveTo>
                <a:cubicBezTo>
                  <a:pt x="20845" y="37290"/>
                  <a:pt x="31197" y="21964"/>
                  <a:pt x="57026" y="0"/>
                </a:cubicBezTo>
                <a:cubicBezTo>
                  <a:pt x="362795" y="7028"/>
                  <a:pt x="557281" y="193"/>
                  <a:pt x="782892" y="0"/>
                </a:cubicBezTo>
                <a:cubicBezTo>
                  <a:pt x="1008503" y="-193"/>
                  <a:pt x="1228702" y="13021"/>
                  <a:pt x="1358579" y="0"/>
                </a:cubicBezTo>
                <a:cubicBezTo>
                  <a:pt x="1488456" y="-13021"/>
                  <a:pt x="1633920" y="-14162"/>
                  <a:pt x="1834146" y="0"/>
                </a:cubicBezTo>
                <a:cubicBezTo>
                  <a:pt x="2034372" y="14162"/>
                  <a:pt x="2153557" y="-21936"/>
                  <a:pt x="2359773" y="0"/>
                </a:cubicBezTo>
                <a:cubicBezTo>
                  <a:pt x="2565989" y="21936"/>
                  <a:pt x="2813200" y="28447"/>
                  <a:pt x="3085639" y="0"/>
                </a:cubicBezTo>
                <a:cubicBezTo>
                  <a:pt x="3358078" y="-28447"/>
                  <a:pt x="3439853" y="-19800"/>
                  <a:pt x="3561206" y="0"/>
                </a:cubicBezTo>
                <a:cubicBezTo>
                  <a:pt x="3682559" y="19800"/>
                  <a:pt x="4120317" y="-27681"/>
                  <a:pt x="4287072" y="0"/>
                </a:cubicBezTo>
                <a:cubicBezTo>
                  <a:pt x="4453827" y="27681"/>
                  <a:pt x="4678522" y="32294"/>
                  <a:pt x="5062998" y="0"/>
                </a:cubicBezTo>
                <a:cubicBezTo>
                  <a:pt x="5056802" y="295198"/>
                  <a:pt x="5066138" y="341991"/>
                  <a:pt x="5062998" y="675648"/>
                </a:cubicBezTo>
                <a:cubicBezTo>
                  <a:pt x="5059858" y="1009305"/>
                  <a:pt x="5088007" y="1042485"/>
                  <a:pt x="5062998" y="1289874"/>
                </a:cubicBezTo>
                <a:cubicBezTo>
                  <a:pt x="5037989" y="1537263"/>
                  <a:pt x="5067937" y="1733314"/>
                  <a:pt x="5062998" y="1965522"/>
                </a:cubicBezTo>
                <a:cubicBezTo>
                  <a:pt x="5058059" y="2197730"/>
                  <a:pt x="5045214" y="2276099"/>
                  <a:pt x="5062998" y="2487614"/>
                </a:cubicBezTo>
                <a:cubicBezTo>
                  <a:pt x="5080782" y="2699129"/>
                  <a:pt x="5084769" y="2860274"/>
                  <a:pt x="5062998" y="3071128"/>
                </a:cubicBezTo>
                <a:cubicBezTo>
                  <a:pt x="5042431" y="3096993"/>
                  <a:pt x="5031957" y="3107505"/>
                  <a:pt x="5005972" y="3128154"/>
                </a:cubicBezTo>
                <a:cubicBezTo>
                  <a:pt x="4814690" y="3114752"/>
                  <a:pt x="4681884" y="3106105"/>
                  <a:pt x="4530405" y="3128154"/>
                </a:cubicBezTo>
                <a:cubicBezTo>
                  <a:pt x="4378926" y="3150203"/>
                  <a:pt x="4116396" y="3113867"/>
                  <a:pt x="3904658" y="3128154"/>
                </a:cubicBezTo>
                <a:cubicBezTo>
                  <a:pt x="3692920" y="3142441"/>
                  <a:pt x="3485223" y="3131571"/>
                  <a:pt x="3178792" y="3128154"/>
                </a:cubicBezTo>
                <a:cubicBezTo>
                  <a:pt x="2872361" y="3124737"/>
                  <a:pt x="2870398" y="3138592"/>
                  <a:pt x="2603105" y="3128154"/>
                </a:cubicBezTo>
                <a:cubicBezTo>
                  <a:pt x="2335812" y="3117716"/>
                  <a:pt x="2102174" y="3142050"/>
                  <a:pt x="1877240" y="3128154"/>
                </a:cubicBezTo>
                <a:cubicBezTo>
                  <a:pt x="1652307" y="3114258"/>
                  <a:pt x="1526334" y="3131897"/>
                  <a:pt x="1351612" y="3128154"/>
                </a:cubicBezTo>
                <a:cubicBezTo>
                  <a:pt x="1176890" y="3124411"/>
                  <a:pt x="830301" y="3122626"/>
                  <a:pt x="675806" y="3128154"/>
                </a:cubicBezTo>
                <a:cubicBezTo>
                  <a:pt x="521311" y="3133682"/>
                  <a:pt x="234851" y="3115297"/>
                  <a:pt x="0" y="3128154"/>
                </a:cubicBezTo>
                <a:cubicBezTo>
                  <a:pt x="-10548" y="2883691"/>
                  <a:pt x="-20170" y="2676794"/>
                  <a:pt x="0" y="2513928"/>
                </a:cubicBezTo>
                <a:cubicBezTo>
                  <a:pt x="20170" y="2351062"/>
                  <a:pt x="21185" y="2117996"/>
                  <a:pt x="0" y="1991837"/>
                </a:cubicBezTo>
                <a:cubicBezTo>
                  <a:pt x="-21185" y="1865678"/>
                  <a:pt x="-4478" y="1662809"/>
                  <a:pt x="0" y="1408322"/>
                </a:cubicBezTo>
                <a:cubicBezTo>
                  <a:pt x="4478" y="1153836"/>
                  <a:pt x="-12808" y="1043099"/>
                  <a:pt x="0" y="763385"/>
                </a:cubicBezTo>
                <a:cubicBezTo>
                  <a:pt x="12808" y="483671"/>
                  <a:pt x="3457" y="224351"/>
                  <a:pt x="0" y="57026"/>
                </a:cubicBezTo>
                <a:close/>
                <a:moveTo>
                  <a:pt x="0" y="57026"/>
                </a:moveTo>
                <a:cubicBezTo>
                  <a:pt x="234557" y="58141"/>
                  <a:pt x="416896" y="69220"/>
                  <a:pt x="525627" y="57026"/>
                </a:cubicBezTo>
                <a:cubicBezTo>
                  <a:pt x="634358" y="44832"/>
                  <a:pt x="871279" y="54858"/>
                  <a:pt x="1101314" y="57026"/>
                </a:cubicBezTo>
                <a:cubicBezTo>
                  <a:pt x="1331349" y="59194"/>
                  <a:pt x="1568600" y="54739"/>
                  <a:pt x="1827180" y="57026"/>
                </a:cubicBezTo>
                <a:cubicBezTo>
                  <a:pt x="2085760" y="59313"/>
                  <a:pt x="2215079" y="37688"/>
                  <a:pt x="2553046" y="57026"/>
                </a:cubicBezTo>
                <a:cubicBezTo>
                  <a:pt x="2891013" y="76364"/>
                  <a:pt x="2904516" y="50432"/>
                  <a:pt x="3078673" y="57026"/>
                </a:cubicBezTo>
                <a:cubicBezTo>
                  <a:pt x="3252830" y="63620"/>
                  <a:pt x="3546370" y="82179"/>
                  <a:pt x="3754479" y="57026"/>
                </a:cubicBezTo>
                <a:cubicBezTo>
                  <a:pt x="3962588" y="31873"/>
                  <a:pt x="4196706" y="35817"/>
                  <a:pt x="4430285" y="57026"/>
                </a:cubicBezTo>
                <a:cubicBezTo>
                  <a:pt x="4663864" y="78235"/>
                  <a:pt x="4859305" y="60932"/>
                  <a:pt x="5005972" y="57026"/>
                </a:cubicBezTo>
                <a:cubicBezTo>
                  <a:pt x="5029400" y="29063"/>
                  <a:pt x="5036160" y="24364"/>
                  <a:pt x="5062998" y="0"/>
                </a:cubicBezTo>
                <a:moveTo>
                  <a:pt x="5005972" y="57026"/>
                </a:moveTo>
                <a:cubicBezTo>
                  <a:pt x="5011136" y="313221"/>
                  <a:pt x="5028356" y="423518"/>
                  <a:pt x="5005972" y="579118"/>
                </a:cubicBezTo>
                <a:cubicBezTo>
                  <a:pt x="4983588" y="734718"/>
                  <a:pt x="4975432" y="913228"/>
                  <a:pt x="5005972" y="1193343"/>
                </a:cubicBezTo>
                <a:cubicBezTo>
                  <a:pt x="5036512" y="1473459"/>
                  <a:pt x="5032862" y="1560781"/>
                  <a:pt x="5005972" y="1838280"/>
                </a:cubicBezTo>
                <a:cubicBezTo>
                  <a:pt x="4979082" y="2115779"/>
                  <a:pt x="4993132" y="2147802"/>
                  <a:pt x="5005972" y="2360372"/>
                </a:cubicBezTo>
                <a:cubicBezTo>
                  <a:pt x="5018812" y="2572942"/>
                  <a:pt x="4979516" y="2963055"/>
                  <a:pt x="5005972" y="3128154"/>
                </a:cubicBezTo>
              </a:path>
            </a:pathLst>
          </a:custGeom>
          <a:solidFill>
            <a:srgbClr val="F8F3FB"/>
          </a:solidFill>
          <a:ln w="28575">
            <a:solidFill>
              <a:srgbClr val="BF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376152" y="5694544"/>
            <a:ext cx="464756" cy="451749"/>
            <a:chOff x="6630894" y="4940389"/>
            <a:chExt cx="464756" cy="451749"/>
          </a:xfrm>
        </p:grpSpPr>
        <p:sp>
          <p:nvSpPr>
            <p:cNvPr id="11" name="椭圆 10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7967535" y="4794918"/>
            <a:ext cx="432000" cy="432000"/>
            <a:chOff x="6758192" y="4594058"/>
            <a:chExt cx="432000" cy="432000"/>
          </a:xfrm>
        </p:grpSpPr>
        <p:sp>
          <p:nvSpPr>
            <p:cNvPr id="23" name="椭圆 22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066693" y="5340681"/>
            <a:ext cx="502124" cy="449997"/>
            <a:chOff x="5595363" y="4643335"/>
            <a:chExt cx="626066" cy="595151"/>
          </a:xfrm>
        </p:grpSpPr>
        <p:sp>
          <p:nvSpPr>
            <p:cNvPr id="44" name="椭圆 43"/>
            <p:cNvSpPr/>
            <p:nvPr/>
          </p:nvSpPr>
          <p:spPr>
            <a:xfrm>
              <a:off x="5609169" y="4661344"/>
              <a:ext cx="581941" cy="569133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5595363" y="4643335"/>
              <a:ext cx="626066" cy="595151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>
            <a:off x="5775367" y="5254528"/>
            <a:ext cx="370540" cy="349881"/>
            <a:chOff x="6630894" y="4940392"/>
            <a:chExt cx="464756" cy="451749"/>
          </a:xfrm>
        </p:grpSpPr>
        <p:sp>
          <p:nvSpPr>
            <p:cNvPr id="47" name="椭圆 46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92"/>
              <a:ext cx="464756" cy="451749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6276273" y="5498038"/>
            <a:ext cx="450419" cy="436788"/>
            <a:chOff x="6758192" y="4594058"/>
            <a:chExt cx="432000" cy="432000"/>
          </a:xfrm>
        </p:grpSpPr>
        <p:sp>
          <p:nvSpPr>
            <p:cNvPr id="56" name="椭圆 55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3669949" y="5308179"/>
            <a:ext cx="335823" cy="333997"/>
            <a:chOff x="6758192" y="4594058"/>
            <a:chExt cx="432000" cy="432000"/>
          </a:xfrm>
        </p:grpSpPr>
        <p:sp>
          <p:nvSpPr>
            <p:cNvPr id="59" name="椭圆 58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cxnSp>
        <p:nvCxnSpPr>
          <p:cNvPr id="83" name="连接符: 曲线 82"/>
          <p:cNvCxnSpPr>
            <a:stCxn id="36" idx="3"/>
            <a:endCxn id="39" idx="1"/>
          </p:cNvCxnSpPr>
          <p:nvPr/>
        </p:nvCxnSpPr>
        <p:spPr>
          <a:xfrm>
            <a:off x="4514396" y="6159072"/>
            <a:ext cx="1456008" cy="360360"/>
          </a:xfrm>
          <a:prstGeom prst="curvedConnector3">
            <a:avLst>
              <a:gd name="adj1" fmla="val 50000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曲线 97"/>
          <p:cNvCxnSpPr>
            <a:stCxn id="44" idx="6"/>
            <a:endCxn id="48" idx="1"/>
          </p:cNvCxnSpPr>
          <p:nvPr/>
        </p:nvCxnSpPr>
        <p:spPr>
          <a:xfrm flipV="1">
            <a:off x="5544500" y="5429469"/>
            <a:ext cx="230867" cy="139992"/>
          </a:xfrm>
          <a:prstGeom prst="curvedConnector3">
            <a:avLst>
              <a:gd name="adj1" fmla="val 50000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曲线 131"/>
          <p:cNvCxnSpPr>
            <a:stCxn id="48" idx="3"/>
            <a:endCxn id="51" idx="2"/>
          </p:cNvCxnSpPr>
          <p:nvPr/>
        </p:nvCxnSpPr>
        <p:spPr>
          <a:xfrm flipV="1">
            <a:off x="6145907" y="5135964"/>
            <a:ext cx="963944" cy="293505"/>
          </a:xfrm>
          <a:prstGeom prst="curvedConnector2">
            <a:avLst/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曲线 150"/>
          <p:cNvCxnSpPr>
            <a:stCxn id="42" idx="2"/>
            <a:endCxn id="36" idx="0"/>
          </p:cNvCxnSpPr>
          <p:nvPr/>
        </p:nvCxnSpPr>
        <p:spPr>
          <a:xfrm rot="5400000">
            <a:off x="4198561" y="5576233"/>
            <a:ext cx="595746" cy="278627"/>
          </a:xfrm>
          <a:prstGeom prst="curvedConnector3">
            <a:avLst>
              <a:gd name="adj1" fmla="val 50000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曲线 179"/>
          <p:cNvCxnSpPr>
            <a:stCxn id="57" idx="3"/>
            <a:endCxn id="23" idx="2"/>
          </p:cNvCxnSpPr>
          <p:nvPr/>
        </p:nvCxnSpPr>
        <p:spPr>
          <a:xfrm flipV="1">
            <a:off x="6726692" y="5010918"/>
            <a:ext cx="1240843" cy="705514"/>
          </a:xfrm>
          <a:prstGeom prst="curvedConnector3">
            <a:avLst>
              <a:gd name="adj1" fmla="val 50000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曲线 127"/>
          <p:cNvCxnSpPr>
            <a:stCxn id="42" idx="3"/>
            <a:endCxn id="26" idx="1"/>
          </p:cNvCxnSpPr>
          <p:nvPr/>
        </p:nvCxnSpPr>
        <p:spPr>
          <a:xfrm flipV="1">
            <a:off x="4841256" y="4661989"/>
            <a:ext cx="1164375" cy="564930"/>
          </a:xfrm>
          <a:prstGeom prst="curvedConnector3">
            <a:avLst>
              <a:gd name="adj1" fmla="val 36257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曲线 171"/>
          <p:cNvCxnSpPr>
            <a:stCxn id="60" idx="2"/>
            <a:endCxn id="56" idx="4"/>
          </p:cNvCxnSpPr>
          <p:nvPr/>
        </p:nvCxnSpPr>
        <p:spPr>
          <a:xfrm rot="16200000" flipH="1">
            <a:off x="5023393" y="4456736"/>
            <a:ext cx="309746" cy="2646433"/>
          </a:xfrm>
          <a:prstGeom prst="curvedConnector3">
            <a:avLst>
              <a:gd name="adj1" fmla="val 134441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曲线 138"/>
          <p:cNvCxnSpPr>
            <a:stCxn id="51" idx="2"/>
            <a:endCxn id="25" idx="0"/>
          </p:cNvCxnSpPr>
          <p:nvPr/>
        </p:nvCxnSpPr>
        <p:spPr>
          <a:xfrm rot="16200000" flipH="1">
            <a:off x="7079900" y="5165914"/>
            <a:ext cx="558580" cy="498679"/>
          </a:xfrm>
          <a:prstGeom prst="curvedConnector3">
            <a:avLst>
              <a:gd name="adj1" fmla="val 50000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曲线 204"/>
          <p:cNvCxnSpPr>
            <a:stCxn id="59" idx="0"/>
            <a:endCxn id="23" idx="1"/>
          </p:cNvCxnSpPr>
          <p:nvPr/>
        </p:nvCxnSpPr>
        <p:spPr>
          <a:xfrm rot="5400000" flipH="1" flipV="1">
            <a:off x="5709332" y="2986712"/>
            <a:ext cx="449996" cy="4192939"/>
          </a:xfrm>
          <a:prstGeom prst="curvedConnector3">
            <a:avLst>
              <a:gd name="adj1" fmla="val 122805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曲线 190"/>
          <p:cNvCxnSpPr>
            <a:stCxn id="26" idx="3"/>
            <a:endCxn id="39" idx="3"/>
          </p:cNvCxnSpPr>
          <p:nvPr/>
        </p:nvCxnSpPr>
        <p:spPr>
          <a:xfrm>
            <a:off x="6454668" y="4661989"/>
            <a:ext cx="35226" cy="1857443"/>
          </a:xfrm>
          <a:prstGeom prst="curvedConnector3">
            <a:avLst>
              <a:gd name="adj1" fmla="val 1419537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曲线 143"/>
          <p:cNvCxnSpPr>
            <a:stCxn id="45" idx="2"/>
            <a:endCxn id="25" idx="2"/>
          </p:cNvCxnSpPr>
          <p:nvPr/>
        </p:nvCxnSpPr>
        <p:spPr>
          <a:xfrm rot="16200000" flipH="1">
            <a:off x="6285335" y="4823097"/>
            <a:ext cx="355615" cy="2290775"/>
          </a:xfrm>
          <a:prstGeom prst="curvedConnector3">
            <a:avLst>
              <a:gd name="adj1" fmla="val 114999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4430237" y="5036164"/>
            <a:ext cx="411019" cy="381509"/>
            <a:chOff x="8412472" y="5074579"/>
            <a:chExt cx="449037" cy="441808"/>
          </a:xfrm>
        </p:grpSpPr>
        <p:sp>
          <p:nvSpPr>
            <p:cNvPr id="41" name="椭圆 40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/>
        </p:nvGrpSpPr>
        <p:grpSpPr>
          <a:xfrm>
            <a:off x="6998743" y="4916935"/>
            <a:ext cx="222216" cy="219029"/>
            <a:chOff x="6630894" y="4940389"/>
            <a:chExt cx="464756" cy="451749"/>
          </a:xfrm>
        </p:grpSpPr>
        <p:sp>
          <p:nvSpPr>
            <p:cNvPr id="50" name="椭圆 49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4199844" y="6013419"/>
            <a:ext cx="314552" cy="291306"/>
            <a:chOff x="8412472" y="5074579"/>
            <a:chExt cx="449037" cy="441808"/>
          </a:xfrm>
        </p:grpSpPr>
        <p:sp>
          <p:nvSpPr>
            <p:cNvPr id="35" name="椭圆 34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5970404" y="6264938"/>
            <a:ext cx="519490" cy="508988"/>
            <a:chOff x="8412472" y="5074579"/>
            <a:chExt cx="449037" cy="441808"/>
          </a:xfrm>
        </p:grpSpPr>
        <p:sp>
          <p:nvSpPr>
            <p:cNvPr id="38" name="椭圆 37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714" name="组合 713"/>
          <p:cNvGrpSpPr/>
          <p:nvPr/>
        </p:nvGrpSpPr>
        <p:grpSpPr>
          <a:xfrm>
            <a:off x="3514187" y="3747040"/>
            <a:ext cx="5474944" cy="484549"/>
            <a:chOff x="6027735" y="3650276"/>
            <a:chExt cx="5474944" cy="484549"/>
          </a:xfrm>
        </p:grpSpPr>
        <p:sp>
          <p:nvSpPr>
            <p:cNvPr id="506" name="文本框 505"/>
            <p:cNvSpPr txBox="1"/>
            <p:nvPr/>
          </p:nvSpPr>
          <p:spPr>
            <a:xfrm>
              <a:off x="6027735" y="3650276"/>
              <a:ext cx="3414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Polarized Graph Memory</a:t>
              </a:r>
              <a:endParaRPr lang="zh-CN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7" name="文本框 506"/>
                <p:cNvSpPr txBox="1"/>
                <p:nvPr/>
              </p:nvSpPr>
              <p:spPr>
                <a:xfrm>
                  <a:off x="8749949" y="3739589"/>
                  <a:ext cx="2752730" cy="3952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𝒢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𝓅ℴ𝓁𝒶𝓇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𝒱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ℰ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07" name="文本框 5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949" y="3739589"/>
                  <a:ext cx="2752730" cy="39523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5" name="立方体 724"/>
          <p:cNvSpPr/>
          <p:nvPr/>
        </p:nvSpPr>
        <p:spPr>
          <a:xfrm>
            <a:off x="-423834" y="1827417"/>
            <a:ext cx="3825948" cy="5036669"/>
          </a:xfrm>
          <a:custGeom>
            <a:avLst/>
            <a:gdLst>
              <a:gd name="csX0" fmla="*/ 0 w 3825948"/>
              <a:gd name="csY0" fmla="*/ 69747 h 5036669"/>
              <a:gd name="csX1" fmla="*/ 701158 w 3825948"/>
              <a:gd name="csY1" fmla="*/ 69747 h 5036669"/>
              <a:gd name="csX2" fmla="*/ 1252067 w 3825948"/>
              <a:gd name="csY2" fmla="*/ 69747 h 5036669"/>
              <a:gd name="csX3" fmla="*/ 1878101 w 3825948"/>
              <a:gd name="csY3" fmla="*/ 69747 h 5036669"/>
              <a:gd name="csX4" fmla="*/ 2504134 w 3825948"/>
              <a:gd name="csY4" fmla="*/ 69747 h 5036669"/>
              <a:gd name="csX5" fmla="*/ 3017481 w 3825948"/>
              <a:gd name="csY5" fmla="*/ 69747 h 5036669"/>
              <a:gd name="csX6" fmla="*/ 3756201 w 3825948"/>
              <a:gd name="csY6" fmla="*/ 69747 h 5036669"/>
              <a:gd name="csX7" fmla="*/ 3756201 w 3825948"/>
              <a:gd name="csY7" fmla="*/ 640943 h 5036669"/>
              <a:gd name="csX8" fmla="*/ 3756201 w 3825948"/>
              <a:gd name="csY8" fmla="*/ 1311478 h 5036669"/>
              <a:gd name="csX9" fmla="*/ 3756201 w 3825948"/>
              <a:gd name="csY9" fmla="*/ 1932343 h 5036669"/>
              <a:gd name="csX10" fmla="*/ 3756201 w 3825948"/>
              <a:gd name="csY10" fmla="*/ 2553208 h 5036669"/>
              <a:gd name="csX11" fmla="*/ 3756201 w 3825948"/>
              <a:gd name="csY11" fmla="*/ 3025066 h 5036669"/>
              <a:gd name="csX12" fmla="*/ 3756201 w 3825948"/>
              <a:gd name="csY12" fmla="*/ 3596262 h 5036669"/>
              <a:gd name="csX13" fmla="*/ 3756201 w 3825948"/>
              <a:gd name="csY13" fmla="*/ 4316465 h 5036669"/>
              <a:gd name="csX14" fmla="*/ 3756201 w 3825948"/>
              <a:gd name="csY14" fmla="*/ 5036669 h 5036669"/>
              <a:gd name="csX15" fmla="*/ 3242854 w 3825948"/>
              <a:gd name="csY15" fmla="*/ 5036669 h 5036669"/>
              <a:gd name="csX16" fmla="*/ 2616820 w 3825948"/>
              <a:gd name="csY16" fmla="*/ 5036669 h 5036669"/>
              <a:gd name="csX17" fmla="*/ 1915663 w 3825948"/>
              <a:gd name="csY17" fmla="*/ 5036669 h 5036669"/>
              <a:gd name="csX18" fmla="*/ 1402315 w 3825948"/>
              <a:gd name="csY18" fmla="*/ 5036669 h 5036669"/>
              <a:gd name="csX19" fmla="*/ 888968 w 3825948"/>
              <a:gd name="csY19" fmla="*/ 5036669 h 5036669"/>
              <a:gd name="csX20" fmla="*/ 0 w 3825948"/>
              <a:gd name="csY20" fmla="*/ 5036669 h 5036669"/>
              <a:gd name="csX21" fmla="*/ 0 w 3825948"/>
              <a:gd name="csY21" fmla="*/ 4316465 h 5036669"/>
              <a:gd name="csX22" fmla="*/ 0 w 3825948"/>
              <a:gd name="csY22" fmla="*/ 3596262 h 5036669"/>
              <a:gd name="csX23" fmla="*/ 0 w 3825948"/>
              <a:gd name="csY23" fmla="*/ 3124404 h 5036669"/>
              <a:gd name="csX24" fmla="*/ 0 w 3825948"/>
              <a:gd name="csY24" fmla="*/ 2553208 h 5036669"/>
              <a:gd name="csX25" fmla="*/ 0 w 3825948"/>
              <a:gd name="csY25" fmla="*/ 1882674 h 5036669"/>
              <a:gd name="csX26" fmla="*/ 0 w 3825948"/>
              <a:gd name="csY26" fmla="*/ 1361147 h 5036669"/>
              <a:gd name="csX27" fmla="*/ 0 w 3825948"/>
              <a:gd name="csY27" fmla="*/ 889289 h 5036669"/>
              <a:gd name="csX28" fmla="*/ 0 w 3825948"/>
              <a:gd name="csY28" fmla="*/ 69747 h 5036669"/>
              <a:gd name="csX0-1" fmla="*/ 3756201 w 3825948"/>
              <a:gd name="csY0-2" fmla="*/ 69747 h 5036669"/>
              <a:gd name="csX1-3" fmla="*/ 3825948 w 3825948"/>
              <a:gd name="csY1-4" fmla="*/ 0 h 5036669"/>
              <a:gd name="csX2-5" fmla="*/ 3825948 w 3825948"/>
              <a:gd name="csY2-6" fmla="*/ 670534 h 5036669"/>
              <a:gd name="csX3-7" fmla="*/ 3825948 w 3825948"/>
              <a:gd name="csY3-8" fmla="*/ 1241731 h 5036669"/>
              <a:gd name="csX4-9" fmla="*/ 3825948 w 3825948"/>
              <a:gd name="csY4-10" fmla="*/ 1763257 h 5036669"/>
              <a:gd name="csX5-11" fmla="*/ 3825948 w 3825948"/>
              <a:gd name="csY5-12" fmla="*/ 2433792 h 5036669"/>
              <a:gd name="csX6-13" fmla="*/ 3825948 w 3825948"/>
              <a:gd name="csY6-14" fmla="*/ 3153995 h 5036669"/>
              <a:gd name="csX7-15" fmla="*/ 3825948 w 3825948"/>
              <a:gd name="csY7-16" fmla="*/ 3725192 h 5036669"/>
              <a:gd name="csX8-17" fmla="*/ 3825948 w 3825948"/>
              <a:gd name="csY8-18" fmla="*/ 4296388 h 5036669"/>
              <a:gd name="csX9-19" fmla="*/ 3825948 w 3825948"/>
              <a:gd name="csY9-20" fmla="*/ 4966922 h 5036669"/>
              <a:gd name="csX10-21" fmla="*/ 3756201 w 3825948"/>
              <a:gd name="csY10-22" fmla="*/ 5036669 h 5036669"/>
              <a:gd name="csX11-23" fmla="*/ 3756201 w 3825948"/>
              <a:gd name="csY11-24" fmla="*/ 4366135 h 5036669"/>
              <a:gd name="csX12-25" fmla="*/ 3756201 w 3825948"/>
              <a:gd name="csY12-26" fmla="*/ 3745269 h 5036669"/>
              <a:gd name="csX13-27" fmla="*/ 3756201 w 3825948"/>
              <a:gd name="csY13-28" fmla="*/ 3074735 h 5036669"/>
              <a:gd name="csX14-29" fmla="*/ 3756201 w 3825948"/>
              <a:gd name="csY14-30" fmla="*/ 2503539 h 5036669"/>
              <a:gd name="csX15-31" fmla="*/ 3756201 w 3825948"/>
              <a:gd name="csY15-32" fmla="*/ 1882674 h 5036669"/>
              <a:gd name="csX16-33" fmla="*/ 3756201 w 3825948"/>
              <a:gd name="csY16-34" fmla="*/ 1162470 h 5036669"/>
              <a:gd name="csX17-35" fmla="*/ 3756201 w 3825948"/>
              <a:gd name="csY17-36" fmla="*/ 690612 h 5036669"/>
              <a:gd name="csX18-37" fmla="*/ 3756201 w 3825948"/>
              <a:gd name="csY18-38" fmla="*/ 69747 h 5036669"/>
              <a:gd name="csX0-39" fmla="*/ 0 w 3825948"/>
              <a:gd name="csY0-40" fmla="*/ 69747 h 5036669"/>
              <a:gd name="csX1-41" fmla="*/ 69747 w 3825948"/>
              <a:gd name="csY1-42" fmla="*/ 0 h 5036669"/>
              <a:gd name="csX2-43" fmla="*/ 583094 w 3825948"/>
              <a:gd name="csY2-44" fmla="*/ 0 h 5036669"/>
              <a:gd name="csX3-45" fmla="*/ 1246690 w 3825948"/>
              <a:gd name="csY3-46" fmla="*/ 0 h 5036669"/>
              <a:gd name="csX4-47" fmla="*/ 1947848 w 3825948"/>
              <a:gd name="csY4-48" fmla="*/ 0 h 5036669"/>
              <a:gd name="csX5-49" fmla="*/ 2461195 w 3825948"/>
              <a:gd name="csY5-50" fmla="*/ 0 h 5036669"/>
              <a:gd name="csX6-51" fmla="*/ 3012104 w 3825948"/>
              <a:gd name="csY6-52" fmla="*/ 0 h 5036669"/>
              <a:gd name="csX7-53" fmla="*/ 3825948 w 3825948"/>
              <a:gd name="csY7-54" fmla="*/ 0 h 5036669"/>
              <a:gd name="csX8-55" fmla="*/ 3756201 w 3825948"/>
              <a:gd name="csY8-56" fmla="*/ 69747 h 5036669"/>
              <a:gd name="csX9-57" fmla="*/ 3242854 w 3825948"/>
              <a:gd name="csY9-58" fmla="*/ 69747 h 5036669"/>
              <a:gd name="csX10-59" fmla="*/ 2616820 w 3825948"/>
              <a:gd name="csY10-60" fmla="*/ 69747 h 5036669"/>
              <a:gd name="csX11-61" fmla="*/ 2065911 w 3825948"/>
              <a:gd name="csY11-62" fmla="*/ 69747 h 5036669"/>
              <a:gd name="csX12-63" fmla="*/ 1552563 w 3825948"/>
              <a:gd name="csY12-64" fmla="*/ 69747 h 5036669"/>
              <a:gd name="csX13-65" fmla="*/ 1039216 w 3825948"/>
              <a:gd name="csY13-66" fmla="*/ 69747 h 5036669"/>
              <a:gd name="csX14-67" fmla="*/ 0 w 3825948"/>
              <a:gd name="csY14-68" fmla="*/ 69747 h 5036669"/>
              <a:gd name="csX0-69" fmla="*/ 0 w 3825948"/>
              <a:gd name="csY0-70" fmla="*/ 69747 h 5036669"/>
              <a:gd name="csX1-71" fmla="*/ 69747 w 3825948"/>
              <a:gd name="csY1-72" fmla="*/ 0 h 5036669"/>
              <a:gd name="csX2-73" fmla="*/ 658218 w 3825948"/>
              <a:gd name="csY2-74" fmla="*/ 0 h 5036669"/>
              <a:gd name="csX3-75" fmla="*/ 1321814 w 3825948"/>
              <a:gd name="csY3-76" fmla="*/ 0 h 5036669"/>
              <a:gd name="csX4-77" fmla="*/ 1872723 w 3825948"/>
              <a:gd name="csY4-78" fmla="*/ 0 h 5036669"/>
              <a:gd name="csX5-79" fmla="*/ 2461195 w 3825948"/>
              <a:gd name="csY5-80" fmla="*/ 0 h 5036669"/>
              <a:gd name="csX6-81" fmla="*/ 3012104 w 3825948"/>
              <a:gd name="csY6-82" fmla="*/ 0 h 5036669"/>
              <a:gd name="csX7-83" fmla="*/ 3825948 w 3825948"/>
              <a:gd name="csY7-84" fmla="*/ 0 h 5036669"/>
              <a:gd name="csX8-85" fmla="*/ 3825948 w 3825948"/>
              <a:gd name="csY8-86" fmla="*/ 571196 h 5036669"/>
              <a:gd name="csX9-87" fmla="*/ 3825948 w 3825948"/>
              <a:gd name="csY9-88" fmla="*/ 1142392 h 5036669"/>
              <a:gd name="csX10-89" fmla="*/ 3825948 w 3825948"/>
              <a:gd name="csY10-90" fmla="*/ 1614250 h 5036669"/>
              <a:gd name="csX11-91" fmla="*/ 3825948 w 3825948"/>
              <a:gd name="csY11-92" fmla="*/ 2284784 h 5036669"/>
              <a:gd name="csX12-93" fmla="*/ 3825948 w 3825948"/>
              <a:gd name="csY12-94" fmla="*/ 2806311 h 5036669"/>
              <a:gd name="csX13-95" fmla="*/ 3825948 w 3825948"/>
              <a:gd name="csY13-96" fmla="*/ 3278169 h 5036669"/>
              <a:gd name="csX14-97" fmla="*/ 3825948 w 3825948"/>
              <a:gd name="csY14-98" fmla="*/ 3998372 h 5036669"/>
              <a:gd name="csX15-99" fmla="*/ 3825948 w 3825948"/>
              <a:gd name="csY15-100" fmla="*/ 4966922 h 5036669"/>
              <a:gd name="csX16-101" fmla="*/ 3756201 w 3825948"/>
              <a:gd name="csY16-102" fmla="*/ 5036669 h 5036669"/>
              <a:gd name="csX17-103" fmla="*/ 3242854 w 3825948"/>
              <a:gd name="csY17-104" fmla="*/ 5036669 h 5036669"/>
              <a:gd name="csX18-105" fmla="*/ 2691944 w 3825948"/>
              <a:gd name="csY18-106" fmla="*/ 5036669 h 5036669"/>
              <a:gd name="csX19-107" fmla="*/ 1990787 w 3825948"/>
              <a:gd name="csY19-108" fmla="*/ 5036669 h 5036669"/>
              <a:gd name="csX20-109" fmla="*/ 1364753 w 3825948"/>
              <a:gd name="csY20-110" fmla="*/ 5036669 h 5036669"/>
              <a:gd name="csX21-111" fmla="*/ 738720 w 3825948"/>
              <a:gd name="csY21-112" fmla="*/ 5036669 h 5036669"/>
              <a:gd name="csX22-113" fmla="*/ 0 w 3825948"/>
              <a:gd name="csY22-114" fmla="*/ 5036669 h 5036669"/>
              <a:gd name="csX23-115" fmla="*/ 0 w 3825948"/>
              <a:gd name="csY23-116" fmla="*/ 4515142 h 5036669"/>
              <a:gd name="csX24-117" fmla="*/ 0 w 3825948"/>
              <a:gd name="csY24-118" fmla="*/ 3794939 h 5036669"/>
              <a:gd name="csX25-119" fmla="*/ 0 w 3825948"/>
              <a:gd name="csY25-120" fmla="*/ 3273412 h 5036669"/>
              <a:gd name="csX26-121" fmla="*/ 0 w 3825948"/>
              <a:gd name="csY26-122" fmla="*/ 2652546 h 5036669"/>
              <a:gd name="csX27-123" fmla="*/ 0 w 3825948"/>
              <a:gd name="csY27-124" fmla="*/ 1982012 h 5036669"/>
              <a:gd name="csX28-125" fmla="*/ 0 w 3825948"/>
              <a:gd name="csY28-126" fmla="*/ 1410816 h 5036669"/>
              <a:gd name="csX29" fmla="*/ 0 w 3825948"/>
              <a:gd name="csY29" fmla="*/ 740281 h 5036669"/>
              <a:gd name="csX30" fmla="*/ 0 w 3825948"/>
              <a:gd name="csY30" fmla="*/ 69747 h 5036669"/>
              <a:gd name="csX31" fmla="*/ 0 w 3825948"/>
              <a:gd name="csY31" fmla="*/ 69747 h 5036669"/>
              <a:gd name="csX32" fmla="*/ 701158 w 3825948"/>
              <a:gd name="csY32" fmla="*/ 69747 h 5036669"/>
              <a:gd name="csX33" fmla="*/ 1364753 w 3825948"/>
              <a:gd name="csY33" fmla="*/ 69747 h 5036669"/>
              <a:gd name="csX34" fmla="*/ 1915663 w 3825948"/>
              <a:gd name="csY34" fmla="*/ 69747 h 5036669"/>
              <a:gd name="csX35" fmla="*/ 2616820 w 3825948"/>
              <a:gd name="csY35" fmla="*/ 69747 h 5036669"/>
              <a:gd name="csX36" fmla="*/ 3756201 w 3825948"/>
              <a:gd name="csY36" fmla="*/ 69747 h 5036669"/>
              <a:gd name="csX37" fmla="*/ 3825948 w 3825948"/>
              <a:gd name="csY37" fmla="*/ 0 h 5036669"/>
              <a:gd name="csX38" fmla="*/ 3756201 w 3825948"/>
              <a:gd name="csY38" fmla="*/ 69747 h 5036669"/>
              <a:gd name="csX39" fmla="*/ 3756201 w 3825948"/>
              <a:gd name="csY39" fmla="*/ 690612 h 5036669"/>
              <a:gd name="csX40" fmla="*/ 3756201 w 3825948"/>
              <a:gd name="csY40" fmla="*/ 1212139 h 5036669"/>
              <a:gd name="csX41" fmla="*/ 3756201 w 3825948"/>
              <a:gd name="csY41" fmla="*/ 1932343 h 5036669"/>
              <a:gd name="csX42" fmla="*/ 3756201 w 3825948"/>
              <a:gd name="csY42" fmla="*/ 2404200 h 5036669"/>
              <a:gd name="csX43" fmla="*/ 3756201 w 3825948"/>
              <a:gd name="csY43" fmla="*/ 2975396 h 5036669"/>
              <a:gd name="csX44" fmla="*/ 3756201 w 3825948"/>
              <a:gd name="csY44" fmla="*/ 3447254 h 5036669"/>
              <a:gd name="csX45" fmla="*/ 3756201 w 3825948"/>
              <a:gd name="csY45" fmla="*/ 4167458 h 5036669"/>
              <a:gd name="csX46" fmla="*/ 3756201 w 3825948"/>
              <a:gd name="csY46" fmla="*/ 5036669 h 503666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27" y="csY13-28"/>
              </a:cxn>
              <a:cxn ang="0">
                <a:pos x="csX14-29" y="csY14-30"/>
              </a:cxn>
              <a:cxn ang="0">
                <a:pos x="csX15-31" y="csY15-32"/>
              </a:cxn>
              <a:cxn ang="0">
                <a:pos x="csX16-33" y="csY16-34"/>
              </a:cxn>
              <a:cxn ang="0">
                <a:pos x="csX17-35" y="csY17-36"/>
              </a:cxn>
              <a:cxn ang="0">
                <a:pos x="csX18-37" y="csY18-38"/>
              </a:cxn>
              <a:cxn ang="0">
                <a:pos x="csX19-107" y="csY19-108"/>
              </a:cxn>
              <a:cxn ang="0">
                <a:pos x="csX20-109" y="csY20-110"/>
              </a:cxn>
              <a:cxn ang="0">
                <a:pos x="csX21-111" y="csY21-112"/>
              </a:cxn>
              <a:cxn ang="0">
                <a:pos x="csX22-113" y="csY22-114"/>
              </a:cxn>
              <a:cxn ang="0">
                <a:pos x="csX23-115" y="csY23-116"/>
              </a:cxn>
              <a:cxn ang="0">
                <a:pos x="csX24-117" y="csY24-118"/>
              </a:cxn>
              <a:cxn ang="0">
                <a:pos x="csX25-119" y="csY25-120"/>
              </a:cxn>
              <a:cxn ang="0">
                <a:pos x="csX26-121" y="csY26-122"/>
              </a:cxn>
              <a:cxn ang="0">
                <a:pos x="csX27-123" y="csY27-124"/>
              </a:cxn>
              <a:cxn ang="0">
                <a:pos x="csX28-125" y="csY28-126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3825948" h="5036669" stroke="0" extrusionOk="0">
                <a:moveTo>
                  <a:pt x="0" y="69747"/>
                </a:moveTo>
                <a:cubicBezTo>
                  <a:pt x="204303" y="65275"/>
                  <a:pt x="535940" y="45457"/>
                  <a:pt x="701158" y="69747"/>
                </a:cubicBezTo>
                <a:cubicBezTo>
                  <a:pt x="866376" y="94037"/>
                  <a:pt x="1029493" y="79045"/>
                  <a:pt x="1252067" y="69747"/>
                </a:cubicBezTo>
                <a:cubicBezTo>
                  <a:pt x="1474641" y="60449"/>
                  <a:pt x="1586988" y="62422"/>
                  <a:pt x="1878101" y="69747"/>
                </a:cubicBezTo>
                <a:cubicBezTo>
                  <a:pt x="2169214" y="77072"/>
                  <a:pt x="2237019" y="85793"/>
                  <a:pt x="2504134" y="69747"/>
                </a:cubicBezTo>
                <a:cubicBezTo>
                  <a:pt x="2771249" y="53701"/>
                  <a:pt x="2869494" y="85863"/>
                  <a:pt x="3017481" y="69747"/>
                </a:cubicBezTo>
                <a:cubicBezTo>
                  <a:pt x="3165468" y="53631"/>
                  <a:pt x="3444616" y="81142"/>
                  <a:pt x="3756201" y="69747"/>
                </a:cubicBezTo>
                <a:cubicBezTo>
                  <a:pt x="3784219" y="277423"/>
                  <a:pt x="3784287" y="499287"/>
                  <a:pt x="3756201" y="640943"/>
                </a:cubicBezTo>
                <a:cubicBezTo>
                  <a:pt x="3728115" y="782599"/>
                  <a:pt x="3751060" y="1151937"/>
                  <a:pt x="3756201" y="1311478"/>
                </a:cubicBezTo>
                <a:cubicBezTo>
                  <a:pt x="3761342" y="1471020"/>
                  <a:pt x="3778843" y="1710263"/>
                  <a:pt x="3756201" y="1932343"/>
                </a:cubicBezTo>
                <a:cubicBezTo>
                  <a:pt x="3733559" y="2154424"/>
                  <a:pt x="3770155" y="2420668"/>
                  <a:pt x="3756201" y="2553208"/>
                </a:cubicBezTo>
                <a:cubicBezTo>
                  <a:pt x="3742247" y="2685749"/>
                  <a:pt x="3755007" y="2835023"/>
                  <a:pt x="3756201" y="3025066"/>
                </a:cubicBezTo>
                <a:cubicBezTo>
                  <a:pt x="3757395" y="3215109"/>
                  <a:pt x="3779215" y="3469952"/>
                  <a:pt x="3756201" y="3596262"/>
                </a:cubicBezTo>
                <a:cubicBezTo>
                  <a:pt x="3733187" y="3722572"/>
                  <a:pt x="3733988" y="4014041"/>
                  <a:pt x="3756201" y="4316465"/>
                </a:cubicBezTo>
                <a:cubicBezTo>
                  <a:pt x="3778414" y="4618889"/>
                  <a:pt x="3741843" y="4828828"/>
                  <a:pt x="3756201" y="5036669"/>
                </a:cubicBezTo>
                <a:cubicBezTo>
                  <a:pt x="3523317" y="5019859"/>
                  <a:pt x="3426772" y="5031433"/>
                  <a:pt x="3242854" y="5036669"/>
                </a:cubicBezTo>
                <a:cubicBezTo>
                  <a:pt x="3058936" y="5041905"/>
                  <a:pt x="2855018" y="5047514"/>
                  <a:pt x="2616820" y="5036669"/>
                </a:cubicBezTo>
                <a:cubicBezTo>
                  <a:pt x="2378622" y="5025824"/>
                  <a:pt x="2136596" y="5051197"/>
                  <a:pt x="1915663" y="5036669"/>
                </a:cubicBezTo>
                <a:cubicBezTo>
                  <a:pt x="1694730" y="5022141"/>
                  <a:pt x="1583790" y="5048879"/>
                  <a:pt x="1402315" y="5036669"/>
                </a:cubicBezTo>
                <a:cubicBezTo>
                  <a:pt x="1220840" y="5024459"/>
                  <a:pt x="1118289" y="5045654"/>
                  <a:pt x="888968" y="5036669"/>
                </a:cubicBezTo>
                <a:cubicBezTo>
                  <a:pt x="659647" y="5027684"/>
                  <a:pt x="300391" y="5049903"/>
                  <a:pt x="0" y="5036669"/>
                </a:cubicBezTo>
                <a:cubicBezTo>
                  <a:pt x="9853" y="4762657"/>
                  <a:pt x="-34833" y="4558430"/>
                  <a:pt x="0" y="4316465"/>
                </a:cubicBezTo>
                <a:cubicBezTo>
                  <a:pt x="34833" y="4074500"/>
                  <a:pt x="1535" y="3762860"/>
                  <a:pt x="0" y="3596262"/>
                </a:cubicBezTo>
                <a:cubicBezTo>
                  <a:pt x="-1535" y="3429664"/>
                  <a:pt x="-20765" y="3336954"/>
                  <a:pt x="0" y="3124404"/>
                </a:cubicBezTo>
                <a:cubicBezTo>
                  <a:pt x="20765" y="2911854"/>
                  <a:pt x="567" y="2785142"/>
                  <a:pt x="0" y="2553208"/>
                </a:cubicBezTo>
                <a:cubicBezTo>
                  <a:pt x="-567" y="2321274"/>
                  <a:pt x="-22938" y="2109720"/>
                  <a:pt x="0" y="1882674"/>
                </a:cubicBezTo>
                <a:cubicBezTo>
                  <a:pt x="22938" y="1655628"/>
                  <a:pt x="15447" y="1516169"/>
                  <a:pt x="0" y="1361147"/>
                </a:cubicBezTo>
                <a:cubicBezTo>
                  <a:pt x="-15447" y="1206125"/>
                  <a:pt x="4854" y="1018002"/>
                  <a:pt x="0" y="889289"/>
                </a:cubicBezTo>
                <a:cubicBezTo>
                  <a:pt x="-4854" y="760576"/>
                  <a:pt x="32413" y="473854"/>
                  <a:pt x="0" y="69747"/>
                </a:cubicBezTo>
                <a:close/>
              </a:path>
              <a:path w="3825948" h="5036669" fill="darkenLess" stroke="0" extrusionOk="0">
                <a:moveTo>
                  <a:pt x="3756201" y="69747"/>
                </a:moveTo>
                <a:cubicBezTo>
                  <a:pt x="3789644" y="41806"/>
                  <a:pt x="3799530" y="27496"/>
                  <a:pt x="3825948" y="0"/>
                </a:cubicBezTo>
                <a:cubicBezTo>
                  <a:pt x="3843285" y="253836"/>
                  <a:pt x="3858105" y="337476"/>
                  <a:pt x="3825948" y="670534"/>
                </a:cubicBezTo>
                <a:cubicBezTo>
                  <a:pt x="3793791" y="1003592"/>
                  <a:pt x="3850427" y="1029955"/>
                  <a:pt x="3825948" y="1241731"/>
                </a:cubicBezTo>
                <a:cubicBezTo>
                  <a:pt x="3801469" y="1453507"/>
                  <a:pt x="3801163" y="1572391"/>
                  <a:pt x="3825948" y="1763257"/>
                </a:cubicBezTo>
                <a:cubicBezTo>
                  <a:pt x="3850733" y="1954123"/>
                  <a:pt x="3797882" y="2180317"/>
                  <a:pt x="3825948" y="2433792"/>
                </a:cubicBezTo>
                <a:cubicBezTo>
                  <a:pt x="3854014" y="2687268"/>
                  <a:pt x="3837856" y="2905149"/>
                  <a:pt x="3825948" y="3153995"/>
                </a:cubicBezTo>
                <a:cubicBezTo>
                  <a:pt x="3814040" y="3402841"/>
                  <a:pt x="3842817" y="3591399"/>
                  <a:pt x="3825948" y="3725192"/>
                </a:cubicBezTo>
                <a:cubicBezTo>
                  <a:pt x="3809079" y="3858985"/>
                  <a:pt x="3825212" y="4016270"/>
                  <a:pt x="3825948" y="4296388"/>
                </a:cubicBezTo>
                <a:cubicBezTo>
                  <a:pt x="3826684" y="4576506"/>
                  <a:pt x="3835609" y="4828332"/>
                  <a:pt x="3825948" y="4966922"/>
                </a:cubicBezTo>
                <a:cubicBezTo>
                  <a:pt x="3789471" y="4999040"/>
                  <a:pt x="3786445" y="5006722"/>
                  <a:pt x="3756201" y="5036669"/>
                </a:cubicBezTo>
                <a:cubicBezTo>
                  <a:pt x="3732996" y="4837838"/>
                  <a:pt x="3777269" y="4700615"/>
                  <a:pt x="3756201" y="4366135"/>
                </a:cubicBezTo>
                <a:cubicBezTo>
                  <a:pt x="3735133" y="4031655"/>
                  <a:pt x="3765336" y="3873827"/>
                  <a:pt x="3756201" y="3745269"/>
                </a:cubicBezTo>
                <a:cubicBezTo>
                  <a:pt x="3747066" y="3616711"/>
                  <a:pt x="3767705" y="3335245"/>
                  <a:pt x="3756201" y="3074735"/>
                </a:cubicBezTo>
                <a:cubicBezTo>
                  <a:pt x="3744697" y="2814225"/>
                  <a:pt x="3735447" y="2657356"/>
                  <a:pt x="3756201" y="2503539"/>
                </a:cubicBezTo>
                <a:cubicBezTo>
                  <a:pt x="3776955" y="2349722"/>
                  <a:pt x="3747884" y="2138156"/>
                  <a:pt x="3756201" y="1882674"/>
                </a:cubicBezTo>
                <a:cubicBezTo>
                  <a:pt x="3764518" y="1627193"/>
                  <a:pt x="3726257" y="1426593"/>
                  <a:pt x="3756201" y="1162470"/>
                </a:cubicBezTo>
                <a:cubicBezTo>
                  <a:pt x="3786145" y="898347"/>
                  <a:pt x="3775419" y="808806"/>
                  <a:pt x="3756201" y="690612"/>
                </a:cubicBezTo>
                <a:cubicBezTo>
                  <a:pt x="3736983" y="572418"/>
                  <a:pt x="3784910" y="319943"/>
                  <a:pt x="3756201" y="69747"/>
                </a:cubicBezTo>
                <a:close/>
              </a:path>
              <a:path w="3825948" h="5036669" fill="lightenLess" stroke="0" extrusionOk="0">
                <a:moveTo>
                  <a:pt x="0" y="69747"/>
                </a:moveTo>
                <a:cubicBezTo>
                  <a:pt x="31330" y="37284"/>
                  <a:pt x="45722" y="30236"/>
                  <a:pt x="69747" y="0"/>
                </a:cubicBezTo>
                <a:cubicBezTo>
                  <a:pt x="186785" y="7029"/>
                  <a:pt x="344378" y="-1339"/>
                  <a:pt x="583094" y="0"/>
                </a:cubicBezTo>
                <a:cubicBezTo>
                  <a:pt x="821810" y="1339"/>
                  <a:pt x="976210" y="21430"/>
                  <a:pt x="1246690" y="0"/>
                </a:cubicBezTo>
                <a:cubicBezTo>
                  <a:pt x="1517170" y="-21430"/>
                  <a:pt x="1716813" y="20158"/>
                  <a:pt x="1947848" y="0"/>
                </a:cubicBezTo>
                <a:cubicBezTo>
                  <a:pt x="2178883" y="-20158"/>
                  <a:pt x="2344282" y="844"/>
                  <a:pt x="2461195" y="0"/>
                </a:cubicBezTo>
                <a:cubicBezTo>
                  <a:pt x="2578108" y="-844"/>
                  <a:pt x="2788327" y="15941"/>
                  <a:pt x="3012104" y="0"/>
                </a:cubicBezTo>
                <a:cubicBezTo>
                  <a:pt x="3235881" y="-15941"/>
                  <a:pt x="3653672" y="-32766"/>
                  <a:pt x="3825948" y="0"/>
                </a:cubicBezTo>
                <a:cubicBezTo>
                  <a:pt x="3792831" y="27199"/>
                  <a:pt x="3771092" y="54873"/>
                  <a:pt x="3756201" y="69747"/>
                </a:cubicBezTo>
                <a:cubicBezTo>
                  <a:pt x="3631608" y="85829"/>
                  <a:pt x="3478835" y="79358"/>
                  <a:pt x="3242854" y="69747"/>
                </a:cubicBezTo>
                <a:cubicBezTo>
                  <a:pt x="3006873" y="60136"/>
                  <a:pt x="2902683" y="81404"/>
                  <a:pt x="2616820" y="69747"/>
                </a:cubicBezTo>
                <a:cubicBezTo>
                  <a:pt x="2330957" y="58090"/>
                  <a:pt x="2225475" y="59797"/>
                  <a:pt x="2065911" y="69747"/>
                </a:cubicBezTo>
                <a:cubicBezTo>
                  <a:pt x="1906347" y="79697"/>
                  <a:pt x="1807251" y="92480"/>
                  <a:pt x="1552563" y="69747"/>
                </a:cubicBezTo>
                <a:cubicBezTo>
                  <a:pt x="1297875" y="47014"/>
                  <a:pt x="1155572" y="90758"/>
                  <a:pt x="1039216" y="69747"/>
                </a:cubicBezTo>
                <a:cubicBezTo>
                  <a:pt x="922860" y="48736"/>
                  <a:pt x="231782" y="115077"/>
                  <a:pt x="0" y="69747"/>
                </a:cubicBezTo>
                <a:close/>
              </a:path>
              <a:path w="3825948" h="5036669" fill="none" extrusionOk="0">
                <a:moveTo>
                  <a:pt x="0" y="69747"/>
                </a:moveTo>
                <a:cubicBezTo>
                  <a:pt x="16489" y="56286"/>
                  <a:pt x="56760" y="19684"/>
                  <a:pt x="69747" y="0"/>
                </a:cubicBezTo>
                <a:cubicBezTo>
                  <a:pt x="208292" y="-1419"/>
                  <a:pt x="503506" y="24332"/>
                  <a:pt x="658218" y="0"/>
                </a:cubicBezTo>
                <a:cubicBezTo>
                  <a:pt x="812930" y="-24332"/>
                  <a:pt x="1035770" y="-22123"/>
                  <a:pt x="1321814" y="0"/>
                </a:cubicBezTo>
                <a:cubicBezTo>
                  <a:pt x="1607858" y="22123"/>
                  <a:pt x="1619856" y="5977"/>
                  <a:pt x="1872723" y="0"/>
                </a:cubicBezTo>
                <a:cubicBezTo>
                  <a:pt x="2125590" y="-5977"/>
                  <a:pt x="2174001" y="5992"/>
                  <a:pt x="2461195" y="0"/>
                </a:cubicBezTo>
                <a:cubicBezTo>
                  <a:pt x="2748389" y="-5992"/>
                  <a:pt x="2833457" y="-14660"/>
                  <a:pt x="3012104" y="0"/>
                </a:cubicBezTo>
                <a:cubicBezTo>
                  <a:pt x="3190751" y="14660"/>
                  <a:pt x="3478389" y="-28884"/>
                  <a:pt x="3825948" y="0"/>
                </a:cubicBezTo>
                <a:cubicBezTo>
                  <a:pt x="3804691" y="152896"/>
                  <a:pt x="3809935" y="379550"/>
                  <a:pt x="3825948" y="571196"/>
                </a:cubicBezTo>
                <a:cubicBezTo>
                  <a:pt x="3841961" y="762842"/>
                  <a:pt x="3806131" y="947093"/>
                  <a:pt x="3825948" y="1142392"/>
                </a:cubicBezTo>
                <a:cubicBezTo>
                  <a:pt x="3845765" y="1337691"/>
                  <a:pt x="3829810" y="1421286"/>
                  <a:pt x="3825948" y="1614250"/>
                </a:cubicBezTo>
                <a:cubicBezTo>
                  <a:pt x="3822086" y="1807214"/>
                  <a:pt x="3798725" y="1969984"/>
                  <a:pt x="3825948" y="2284784"/>
                </a:cubicBezTo>
                <a:cubicBezTo>
                  <a:pt x="3853171" y="2599584"/>
                  <a:pt x="3802952" y="2678116"/>
                  <a:pt x="3825948" y="2806311"/>
                </a:cubicBezTo>
                <a:cubicBezTo>
                  <a:pt x="3848944" y="2934506"/>
                  <a:pt x="3828462" y="3108230"/>
                  <a:pt x="3825948" y="3278169"/>
                </a:cubicBezTo>
                <a:cubicBezTo>
                  <a:pt x="3823434" y="3448108"/>
                  <a:pt x="3814908" y="3780613"/>
                  <a:pt x="3825948" y="3998372"/>
                </a:cubicBezTo>
                <a:cubicBezTo>
                  <a:pt x="3836988" y="4216131"/>
                  <a:pt x="3871728" y="4764169"/>
                  <a:pt x="3825948" y="4966922"/>
                </a:cubicBezTo>
                <a:cubicBezTo>
                  <a:pt x="3804414" y="4991316"/>
                  <a:pt x="3789987" y="5004695"/>
                  <a:pt x="3756201" y="5036669"/>
                </a:cubicBezTo>
                <a:cubicBezTo>
                  <a:pt x="3646699" y="5025715"/>
                  <a:pt x="3429016" y="5030431"/>
                  <a:pt x="3242854" y="5036669"/>
                </a:cubicBezTo>
                <a:cubicBezTo>
                  <a:pt x="3056692" y="5042907"/>
                  <a:pt x="2853290" y="5056866"/>
                  <a:pt x="2691944" y="5036669"/>
                </a:cubicBezTo>
                <a:cubicBezTo>
                  <a:pt x="2530598" y="5016473"/>
                  <a:pt x="2149979" y="5019859"/>
                  <a:pt x="1990787" y="5036669"/>
                </a:cubicBezTo>
                <a:cubicBezTo>
                  <a:pt x="1831595" y="5053479"/>
                  <a:pt x="1592386" y="5007567"/>
                  <a:pt x="1364753" y="5036669"/>
                </a:cubicBezTo>
                <a:cubicBezTo>
                  <a:pt x="1137120" y="5065771"/>
                  <a:pt x="943475" y="5026653"/>
                  <a:pt x="738720" y="5036669"/>
                </a:cubicBezTo>
                <a:cubicBezTo>
                  <a:pt x="533965" y="5046685"/>
                  <a:pt x="206314" y="5009810"/>
                  <a:pt x="0" y="5036669"/>
                </a:cubicBezTo>
                <a:cubicBezTo>
                  <a:pt x="-17983" y="4874949"/>
                  <a:pt x="4646" y="4693314"/>
                  <a:pt x="0" y="4515142"/>
                </a:cubicBezTo>
                <a:cubicBezTo>
                  <a:pt x="-4646" y="4336970"/>
                  <a:pt x="4429" y="4078018"/>
                  <a:pt x="0" y="3794939"/>
                </a:cubicBezTo>
                <a:cubicBezTo>
                  <a:pt x="-4429" y="3511860"/>
                  <a:pt x="24600" y="3446516"/>
                  <a:pt x="0" y="3273412"/>
                </a:cubicBezTo>
                <a:cubicBezTo>
                  <a:pt x="-24600" y="3100308"/>
                  <a:pt x="-15301" y="2910514"/>
                  <a:pt x="0" y="2652546"/>
                </a:cubicBezTo>
                <a:cubicBezTo>
                  <a:pt x="15301" y="2394578"/>
                  <a:pt x="-3322" y="2298578"/>
                  <a:pt x="0" y="1982012"/>
                </a:cubicBezTo>
                <a:cubicBezTo>
                  <a:pt x="3322" y="1665446"/>
                  <a:pt x="-157" y="1648972"/>
                  <a:pt x="0" y="1410816"/>
                </a:cubicBezTo>
                <a:cubicBezTo>
                  <a:pt x="157" y="1172660"/>
                  <a:pt x="11968" y="909683"/>
                  <a:pt x="0" y="740281"/>
                </a:cubicBezTo>
                <a:cubicBezTo>
                  <a:pt x="-11968" y="570879"/>
                  <a:pt x="24240" y="289191"/>
                  <a:pt x="0" y="69747"/>
                </a:cubicBezTo>
                <a:close/>
                <a:moveTo>
                  <a:pt x="0" y="69747"/>
                </a:moveTo>
                <a:cubicBezTo>
                  <a:pt x="323357" y="99977"/>
                  <a:pt x="490377" y="36917"/>
                  <a:pt x="701158" y="69747"/>
                </a:cubicBezTo>
                <a:cubicBezTo>
                  <a:pt x="911939" y="102577"/>
                  <a:pt x="1216253" y="99964"/>
                  <a:pt x="1364753" y="69747"/>
                </a:cubicBezTo>
                <a:cubicBezTo>
                  <a:pt x="1513254" y="39530"/>
                  <a:pt x="1799422" y="65788"/>
                  <a:pt x="1915663" y="69747"/>
                </a:cubicBezTo>
                <a:cubicBezTo>
                  <a:pt x="2031904" y="73707"/>
                  <a:pt x="2298439" y="72793"/>
                  <a:pt x="2616820" y="69747"/>
                </a:cubicBezTo>
                <a:cubicBezTo>
                  <a:pt x="2935201" y="66701"/>
                  <a:pt x="3402274" y="124600"/>
                  <a:pt x="3756201" y="69747"/>
                </a:cubicBezTo>
                <a:cubicBezTo>
                  <a:pt x="3777947" y="41395"/>
                  <a:pt x="3794804" y="28849"/>
                  <a:pt x="3825948" y="0"/>
                </a:cubicBezTo>
                <a:moveTo>
                  <a:pt x="3756201" y="69747"/>
                </a:moveTo>
                <a:cubicBezTo>
                  <a:pt x="3751864" y="337557"/>
                  <a:pt x="3768725" y="504603"/>
                  <a:pt x="3756201" y="690612"/>
                </a:cubicBezTo>
                <a:cubicBezTo>
                  <a:pt x="3743677" y="876621"/>
                  <a:pt x="3776571" y="993547"/>
                  <a:pt x="3756201" y="1212139"/>
                </a:cubicBezTo>
                <a:cubicBezTo>
                  <a:pt x="3735831" y="1430731"/>
                  <a:pt x="3729749" y="1609971"/>
                  <a:pt x="3756201" y="1932343"/>
                </a:cubicBezTo>
                <a:cubicBezTo>
                  <a:pt x="3782653" y="2254715"/>
                  <a:pt x="3761982" y="2247641"/>
                  <a:pt x="3756201" y="2404200"/>
                </a:cubicBezTo>
                <a:cubicBezTo>
                  <a:pt x="3750420" y="2560759"/>
                  <a:pt x="3778352" y="2754346"/>
                  <a:pt x="3756201" y="2975396"/>
                </a:cubicBezTo>
                <a:cubicBezTo>
                  <a:pt x="3734050" y="3196446"/>
                  <a:pt x="3752508" y="3243132"/>
                  <a:pt x="3756201" y="3447254"/>
                </a:cubicBezTo>
                <a:cubicBezTo>
                  <a:pt x="3759894" y="3651376"/>
                  <a:pt x="3752487" y="4008711"/>
                  <a:pt x="3756201" y="4167458"/>
                </a:cubicBezTo>
                <a:cubicBezTo>
                  <a:pt x="3759915" y="4326205"/>
                  <a:pt x="3748745" y="4818205"/>
                  <a:pt x="3756201" y="5036669"/>
                </a:cubicBezTo>
              </a:path>
              <a:path w="3825948" h="5036669" fill="none" stroke="0" extrusionOk="0">
                <a:moveTo>
                  <a:pt x="0" y="69747"/>
                </a:moveTo>
                <a:cubicBezTo>
                  <a:pt x="27858" y="43468"/>
                  <a:pt x="40418" y="28802"/>
                  <a:pt x="69747" y="0"/>
                </a:cubicBezTo>
                <a:cubicBezTo>
                  <a:pt x="179076" y="-327"/>
                  <a:pt x="417234" y="-3964"/>
                  <a:pt x="583094" y="0"/>
                </a:cubicBezTo>
                <a:cubicBezTo>
                  <a:pt x="748954" y="3964"/>
                  <a:pt x="978964" y="-19643"/>
                  <a:pt x="1096442" y="0"/>
                </a:cubicBezTo>
                <a:cubicBezTo>
                  <a:pt x="1213920" y="19643"/>
                  <a:pt x="1556162" y="-13046"/>
                  <a:pt x="1797599" y="0"/>
                </a:cubicBezTo>
                <a:cubicBezTo>
                  <a:pt x="2039036" y="13046"/>
                  <a:pt x="2276628" y="-28144"/>
                  <a:pt x="2423633" y="0"/>
                </a:cubicBezTo>
                <a:cubicBezTo>
                  <a:pt x="2570638" y="28144"/>
                  <a:pt x="2963078" y="4324"/>
                  <a:pt x="3124790" y="0"/>
                </a:cubicBezTo>
                <a:cubicBezTo>
                  <a:pt x="3286502" y="-4324"/>
                  <a:pt x="3677677" y="-33343"/>
                  <a:pt x="3825948" y="0"/>
                </a:cubicBezTo>
                <a:cubicBezTo>
                  <a:pt x="3851946" y="147055"/>
                  <a:pt x="3801456" y="316226"/>
                  <a:pt x="3825948" y="571196"/>
                </a:cubicBezTo>
                <a:cubicBezTo>
                  <a:pt x="3850440" y="826166"/>
                  <a:pt x="3809418" y="907999"/>
                  <a:pt x="3825948" y="1043054"/>
                </a:cubicBezTo>
                <a:cubicBezTo>
                  <a:pt x="3842478" y="1178109"/>
                  <a:pt x="3803394" y="1494657"/>
                  <a:pt x="3825948" y="1763257"/>
                </a:cubicBezTo>
                <a:cubicBezTo>
                  <a:pt x="3848502" y="2031857"/>
                  <a:pt x="3815572" y="2098759"/>
                  <a:pt x="3825948" y="2334453"/>
                </a:cubicBezTo>
                <a:cubicBezTo>
                  <a:pt x="3836324" y="2570147"/>
                  <a:pt x="3851123" y="2716164"/>
                  <a:pt x="3825948" y="2905649"/>
                </a:cubicBezTo>
                <a:cubicBezTo>
                  <a:pt x="3800773" y="3095134"/>
                  <a:pt x="3828758" y="3378256"/>
                  <a:pt x="3825948" y="3576184"/>
                </a:cubicBezTo>
                <a:cubicBezTo>
                  <a:pt x="3823138" y="3774112"/>
                  <a:pt x="3836751" y="4075398"/>
                  <a:pt x="3825948" y="4246718"/>
                </a:cubicBezTo>
                <a:cubicBezTo>
                  <a:pt x="3815145" y="4418038"/>
                  <a:pt x="3854464" y="4822046"/>
                  <a:pt x="3825948" y="4966922"/>
                </a:cubicBezTo>
                <a:cubicBezTo>
                  <a:pt x="3796451" y="4992686"/>
                  <a:pt x="3767843" y="5019132"/>
                  <a:pt x="3756201" y="5036669"/>
                </a:cubicBezTo>
                <a:cubicBezTo>
                  <a:pt x="3615704" y="5057942"/>
                  <a:pt x="3357539" y="5056367"/>
                  <a:pt x="3242854" y="5036669"/>
                </a:cubicBezTo>
                <a:cubicBezTo>
                  <a:pt x="3128169" y="5016971"/>
                  <a:pt x="2814369" y="5053289"/>
                  <a:pt x="2579258" y="5036669"/>
                </a:cubicBezTo>
                <a:cubicBezTo>
                  <a:pt x="2344147" y="5020049"/>
                  <a:pt x="2110047" y="5021408"/>
                  <a:pt x="1953225" y="5036669"/>
                </a:cubicBezTo>
                <a:cubicBezTo>
                  <a:pt x="1796403" y="5051930"/>
                  <a:pt x="1531397" y="5041702"/>
                  <a:pt x="1327191" y="5036669"/>
                </a:cubicBezTo>
                <a:cubicBezTo>
                  <a:pt x="1122985" y="5031636"/>
                  <a:pt x="870457" y="5024028"/>
                  <a:pt x="663596" y="5036669"/>
                </a:cubicBezTo>
                <a:cubicBezTo>
                  <a:pt x="456735" y="5049310"/>
                  <a:pt x="272633" y="5043905"/>
                  <a:pt x="0" y="5036669"/>
                </a:cubicBezTo>
                <a:cubicBezTo>
                  <a:pt x="11591" y="4884450"/>
                  <a:pt x="18468" y="4705273"/>
                  <a:pt x="0" y="4564811"/>
                </a:cubicBezTo>
                <a:cubicBezTo>
                  <a:pt x="-18468" y="4424349"/>
                  <a:pt x="-12761" y="4310422"/>
                  <a:pt x="0" y="4092954"/>
                </a:cubicBezTo>
                <a:cubicBezTo>
                  <a:pt x="12761" y="3875486"/>
                  <a:pt x="-14241" y="3749512"/>
                  <a:pt x="0" y="3571427"/>
                </a:cubicBezTo>
                <a:cubicBezTo>
                  <a:pt x="14241" y="3393342"/>
                  <a:pt x="-12263" y="3218235"/>
                  <a:pt x="0" y="2950562"/>
                </a:cubicBezTo>
                <a:cubicBezTo>
                  <a:pt x="12263" y="2682890"/>
                  <a:pt x="-17438" y="2589118"/>
                  <a:pt x="0" y="2379366"/>
                </a:cubicBezTo>
                <a:cubicBezTo>
                  <a:pt x="17438" y="2169614"/>
                  <a:pt x="11388" y="2004223"/>
                  <a:pt x="0" y="1857839"/>
                </a:cubicBezTo>
                <a:cubicBezTo>
                  <a:pt x="-11388" y="1711455"/>
                  <a:pt x="25263" y="1448891"/>
                  <a:pt x="0" y="1187304"/>
                </a:cubicBezTo>
                <a:cubicBezTo>
                  <a:pt x="-25263" y="925717"/>
                  <a:pt x="-20116" y="938157"/>
                  <a:pt x="0" y="715447"/>
                </a:cubicBezTo>
                <a:cubicBezTo>
                  <a:pt x="20116" y="492737"/>
                  <a:pt x="-20475" y="230572"/>
                  <a:pt x="0" y="69747"/>
                </a:cubicBezTo>
                <a:close/>
                <a:moveTo>
                  <a:pt x="0" y="69747"/>
                </a:moveTo>
                <a:cubicBezTo>
                  <a:pt x="230666" y="59571"/>
                  <a:pt x="350896" y="79308"/>
                  <a:pt x="550909" y="69747"/>
                </a:cubicBezTo>
                <a:cubicBezTo>
                  <a:pt x="750922" y="60186"/>
                  <a:pt x="931608" y="49074"/>
                  <a:pt x="1101819" y="69747"/>
                </a:cubicBezTo>
                <a:cubicBezTo>
                  <a:pt x="1272030" y="90421"/>
                  <a:pt x="1524900" y="77131"/>
                  <a:pt x="1765414" y="69747"/>
                </a:cubicBezTo>
                <a:cubicBezTo>
                  <a:pt x="2005928" y="62363"/>
                  <a:pt x="2059684" y="98874"/>
                  <a:pt x="2353886" y="69747"/>
                </a:cubicBezTo>
                <a:cubicBezTo>
                  <a:pt x="2648088" y="40620"/>
                  <a:pt x="2784571" y="54753"/>
                  <a:pt x="2979919" y="69747"/>
                </a:cubicBezTo>
                <a:cubicBezTo>
                  <a:pt x="3175267" y="84741"/>
                  <a:pt x="3391451" y="59832"/>
                  <a:pt x="3756201" y="69747"/>
                </a:cubicBezTo>
                <a:cubicBezTo>
                  <a:pt x="3782286" y="40006"/>
                  <a:pt x="3792581" y="34313"/>
                  <a:pt x="3825948" y="0"/>
                </a:cubicBezTo>
                <a:moveTo>
                  <a:pt x="3756201" y="69747"/>
                </a:moveTo>
                <a:cubicBezTo>
                  <a:pt x="3775383" y="416144"/>
                  <a:pt x="3722287" y="528947"/>
                  <a:pt x="3756201" y="789951"/>
                </a:cubicBezTo>
                <a:cubicBezTo>
                  <a:pt x="3790115" y="1050955"/>
                  <a:pt x="3791758" y="1296610"/>
                  <a:pt x="3756201" y="1510154"/>
                </a:cubicBezTo>
                <a:cubicBezTo>
                  <a:pt x="3720644" y="1723698"/>
                  <a:pt x="3735164" y="1989682"/>
                  <a:pt x="3756201" y="2131020"/>
                </a:cubicBezTo>
                <a:cubicBezTo>
                  <a:pt x="3777238" y="2272358"/>
                  <a:pt x="3739918" y="2413294"/>
                  <a:pt x="3756201" y="2652546"/>
                </a:cubicBezTo>
                <a:cubicBezTo>
                  <a:pt x="3772484" y="2891798"/>
                  <a:pt x="3735851" y="2970083"/>
                  <a:pt x="3756201" y="3124404"/>
                </a:cubicBezTo>
                <a:cubicBezTo>
                  <a:pt x="3776551" y="3278725"/>
                  <a:pt x="3735066" y="3386469"/>
                  <a:pt x="3756201" y="3645931"/>
                </a:cubicBezTo>
                <a:cubicBezTo>
                  <a:pt x="3777336" y="3905393"/>
                  <a:pt x="3738858" y="4032530"/>
                  <a:pt x="3756201" y="4167458"/>
                </a:cubicBezTo>
                <a:cubicBezTo>
                  <a:pt x="3773544" y="4302386"/>
                  <a:pt x="3779580" y="4726751"/>
                  <a:pt x="3756201" y="5036669"/>
                </a:cubicBezTo>
              </a:path>
            </a:pathLst>
          </a:custGeom>
          <a:solidFill>
            <a:srgbClr val="F9FFF7"/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5" name="矩形: 圆角 694"/>
          <p:cNvSpPr/>
          <p:nvPr/>
        </p:nvSpPr>
        <p:spPr>
          <a:xfrm>
            <a:off x="-318585" y="2332314"/>
            <a:ext cx="3574203" cy="1392991"/>
          </a:xfrm>
          <a:prstGeom prst="roundRect">
            <a:avLst/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1" name="图片 5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547" y="2422760"/>
            <a:ext cx="1302216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12" name="文本框 511"/>
          <p:cNvSpPr txBox="1"/>
          <p:nvPr/>
        </p:nvSpPr>
        <p:spPr>
          <a:xfrm>
            <a:off x="55940" y="1930787"/>
            <a:ext cx="241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(A1) Visual Pathway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矩形: 圆角 522"/>
          <p:cNvSpPr/>
          <p:nvPr/>
        </p:nvSpPr>
        <p:spPr>
          <a:xfrm>
            <a:off x="-318585" y="3828322"/>
            <a:ext cx="3574203" cy="1176498"/>
          </a:xfrm>
          <a:prstGeom prst="roundRect">
            <a:avLst/>
          </a:prstGeom>
          <a:solidFill>
            <a:srgbClr val="F9F2E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9" name="组合 518"/>
          <p:cNvGrpSpPr/>
          <p:nvPr/>
        </p:nvGrpSpPr>
        <p:grpSpPr>
          <a:xfrm>
            <a:off x="-49986" y="3892229"/>
            <a:ext cx="3421231" cy="508825"/>
            <a:chOff x="880914" y="1947637"/>
            <a:chExt cx="3421231" cy="50882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7" name="文本框 516"/>
                <p:cNvSpPr txBox="1"/>
                <p:nvPr/>
              </p:nvSpPr>
              <p:spPr>
                <a:xfrm>
                  <a:off x="2706386" y="2041477"/>
                  <a:ext cx="1595759" cy="4149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𝒞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𝓅𝓇ℴ𝓅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517" name="文本框 5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386" y="2041477"/>
                  <a:ext cx="1595759" cy="41498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8" name="文本框 517"/>
            <p:cNvSpPr txBox="1"/>
            <p:nvPr/>
          </p:nvSpPr>
          <p:spPr>
            <a:xfrm>
              <a:off x="880914" y="1947637"/>
              <a:ext cx="23689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Sparse Concept Sets</a:t>
              </a:r>
              <a:endParaRPr lang="zh-CN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7" name="组合 586"/>
          <p:cNvGrpSpPr/>
          <p:nvPr/>
        </p:nvGrpSpPr>
        <p:grpSpPr>
          <a:xfrm>
            <a:off x="-19763" y="4445979"/>
            <a:ext cx="597694" cy="387413"/>
            <a:chOff x="3031790" y="4513114"/>
            <a:chExt cx="597694" cy="387413"/>
          </a:xfrm>
        </p:grpSpPr>
        <p:sp>
          <p:nvSpPr>
            <p:cNvPr id="566" name="椭圆 565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6" name="文本框 585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86" name="文本框 5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8" name="组合 587"/>
          <p:cNvGrpSpPr/>
          <p:nvPr/>
        </p:nvGrpSpPr>
        <p:grpSpPr>
          <a:xfrm>
            <a:off x="557873" y="4448786"/>
            <a:ext cx="597694" cy="387413"/>
            <a:chOff x="3031790" y="4513114"/>
            <a:chExt cx="597694" cy="387413"/>
          </a:xfrm>
        </p:grpSpPr>
        <p:sp>
          <p:nvSpPr>
            <p:cNvPr id="589" name="椭圆 588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0" name="文本框 589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90" name="文本框 5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1" name="组合 590"/>
          <p:cNvGrpSpPr/>
          <p:nvPr/>
        </p:nvGrpSpPr>
        <p:grpSpPr>
          <a:xfrm>
            <a:off x="1118750" y="4453106"/>
            <a:ext cx="597694" cy="387413"/>
            <a:chOff x="3031790" y="4513114"/>
            <a:chExt cx="597694" cy="387413"/>
          </a:xfrm>
        </p:grpSpPr>
        <p:sp>
          <p:nvSpPr>
            <p:cNvPr id="592" name="椭圆 591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3" name="文本框 592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93" name="文本框 5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5" name="文本框 594"/>
              <p:cNvSpPr txBox="1"/>
              <p:nvPr/>
            </p:nvSpPr>
            <p:spPr>
              <a:xfrm>
                <a:off x="1597754" y="4307038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95" name="文本框 5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754" y="4307038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2" t="-89" r="5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椭圆 596"/>
          <p:cNvSpPr/>
          <p:nvPr/>
        </p:nvSpPr>
        <p:spPr>
          <a:xfrm>
            <a:off x="2379964" y="4467479"/>
            <a:ext cx="395424" cy="373040"/>
          </a:xfrm>
          <a:prstGeom prst="ellipse">
            <a:avLst/>
          </a:prstGeom>
          <a:solidFill>
            <a:srgbClr val="F3F3F3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矩形: 圆角 600"/>
          <p:cNvSpPr/>
          <p:nvPr/>
        </p:nvSpPr>
        <p:spPr>
          <a:xfrm>
            <a:off x="-318585" y="5089409"/>
            <a:ext cx="3574203" cy="1690088"/>
          </a:xfrm>
          <a:prstGeom prst="roundRect">
            <a:avLst/>
          </a:prstGeom>
          <a:solidFill>
            <a:srgbClr val="FDF2E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文本框 520"/>
          <p:cNvSpPr txBox="1"/>
          <p:nvPr/>
        </p:nvSpPr>
        <p:spPr>
          <a:xfrm>
            <a:off x="-162032" y="5128927"/>
            <a:ext cx="348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Uncertainty Margin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4" name="组合 603"/>
          <p:cNvGrpSpPr/>
          <p:nvPr/>
        </p:nvGrpSpPr>
        <p:grpSpPr>
          <a:xfrm>
            <a:off x="-132254" y="5686959"/>
            <a:ext cx="381258" cy="380261"/>
            <a:chOff x="6630894" y="4940389"/>
            <a:chExt cx="464756" cy="451749"/>
          </a:xfrm>
        </p:grpSpPr>
        <p:sp>
          <p:nvSpPr>
            <p:cNvPr id="659" name="椭圆 658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0" name="图片 65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06" name="组合 605"/>
          <p:cNvGrpSpPr/>
          <p:nvPr/>
        </p:nvGrpSpPr>
        <p:grpSpPr>
          <a:xfrm>
            <a:off x="2246294" y="5971314"/>
            <a:ext cx="387777" cy="387777"/>
            <a:chOff x="6758192" y="4594058"/>
            <a:chExt cx="432000" cy="432000"/>
          </a:xfrm>
        </p:grpSpPr>
        <p:sp>
          <p:nvSpPr>
            <p:cNvPr id="655" name="椭圆 654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6" name="图片 65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661" name="组合 660"/>
          <p:cNvGrpSpPr/>
          <p:nvPr/>
        </p:nvGrpSpPr>
        <p:grpSpPr>
          <a:xfrm>
            <a:off x="229946" y="6040215"/>
            <a:ext cx="271551" cy="242129"/>
            <a:chOff x="6630894" y="4940389"/>
            <a:chExt cx="464756" cy="451749"/>
          </a:xfrm>
        </p:grpSpPr>
        <p:sp>
          <p:nvSpPr>
            <p:cNvPr id="662" name="椭圆 661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3" name="图片 66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64" name="组合 663"/>
          <p:cNvGrpSpPr/>
          <p:nvPr/>
        </p:nvGrpSpPr>
        <p:grpSpPr>
          <a:xfrm>
            <a:off x="331513" y="5612373"/>
            <a:ext cx="380616" cy="380261"/>
            <a:chOff x="6630894" y="4940389"/>
            <a:chExt cx="464756" cy="451749"/>
          </a:xfrm>
        </p:grpSpPr>
        <p:sp>
          <p:nvSpPr>
            <p:cNvPr id="665" name="椭圆 664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6" name="图片 66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67" name="组合 666"/>
          <p:cNvGrpSpPr/>
          <p:nvPr/>
        </p:nvGrpSpPr>
        <p:grpSpPr>
          <a:xfrm>
            <a:off x="1476857" y="5568392"/>
            <a:ext cx="465095" cy="455022"/>
            <a:chOff x="8412472" y="5074579"/>
            <a:chExt cx="449037" cy="441808"/>
          </a:xfrm>
        </p:grpSpPr>
        <p:sp>
          <p:nvSpPr>
            <p:cNvPr id="668" name="椭圆 667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9" name="图片 66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670" name="组合 669"/>
          <p:cNvGrpSpPr/>
          <p:nvPr/>
        </p:nvGrpSpPr>
        <p:grpSpPr>
          <a:xfrm>
            <a:off x="1339290" y="6085195"/>
            <a:ext cx="326451" cy="311689"/>
            <a:chOff x="8412472" y="5074579"/>
            <a:chExt cx="449037" cy="441808"/>
          </a:xfrm>
        </p:grpSpPr>
        <p:sp>
          <p:nvSpPr>
            <p:cNvPr id="671" name="椭圆 670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72" name="图片 67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676" name="组合 675"/>
          <p:cNvGrpSpPr/>
          <p:nvPr/>
        </p:nvGrpSpPr>
        <p:grpSpPr>
          <a:xfrm>
            <a:off x="2293457" y="5634127"/>
            <a:ext cx="269001" cy="269759"/>
            <a:chOff x="6758192" y="4594058"/>
            <a:chExt cx="432000" cy="432000"/>
          </a:xfrm>
        </p:grpSpPr>
        <p:sp>
          <p:nvSpPr>
            <p:cNvPr id="677" name="椭圆 676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78" name="图片 67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sp>
        <p:nvSpPr>
          <p:cNvPr id="599" name="图形 509" descr="上一步 纯色填充"/>
          <p:cNvSpPr/>
          <p:nvPr/>
        </p:nvSpPr>
        <p:spPr>
          <a:xfrm rot="3428691" flipV="1">
            <a:off x="-397017" y="4990684"/>
            <a:ext cx="387137" cy="312455"/>
          </a:xfrm>
          <a:custGeom>
            <a:avLst/>
            <a:gdLst>
              <a:gd name="csX0" fmla="*/ 361003 w 361002"/>
              <a:gd name="csY0" fmla="*/ 108301 h 266239"/>
              <a:gd name="csX1" fmla="*/ 231944 w 361002"/>
              <a:gd name="csY1" fmla="*/ 0 h 266239"/>
              <a:gd name="csX2" fmla="*/ 231944 w 361002"/>
              <a:gd name="csY2" fmla="*/ 63175 h 266239"/>
              <a:gd name="csX3" fmla="*/ 0 w 361002"/>
              <a:gd name="csY3" fmla="*/ 266239 h 266239"/>
              <a:gd name="csX4" fmla="*/ 231944 w 361002"/>
              <a:gd name="csY4" fmla="*/ 157939 h 266239"/>
              <a:gd name="csX5" fmla="*/ 231944 w 361002"/>
              <a:gd name="csY5" fmla="*/ 216602 h 266239"/>
              <a:gd name="csX6" fmla="*/ 361003 w 361002"/>
              <a:gd name="csY6" fmla="*/ 108301 h 266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1002" h="266239">
                <a:moveTo>
                  <a:pt x="361003" y="108301"/>
                </a:moveTo>
                <a:lnTo>
                  <a:pt x="231944" y="0"/>
                </a:lnTo>
                <a:lnTo>
                  <a:pt x="231944" y="63175"/>
                </a:lnTo>
                <a:cubicBezTo>
                  <a:pt x="33844" y="64980"/>
                  <a:pt x="0" y="266239"/>
                  <a:pt x="0" y="266239"/>
                </a:cubicBezTo>
                <a:cubicBezTo>
                  <a:pt x="0" y="266239"/>
                  <a:pt x="73554" y="159292"/>
                  <a:pt x="231944" y="157939"/>
                </a:cubicBezTo>
                <a:lnTo>
                  <a:pt x="231944" y="216602"/>
                </a:lnTo>
                <a:lnTo>
                  <a:pt x="361003" y="108301"/>
                </a:lnTo>
                <a:close/>
              </a:path>
            </a:pathLst>
          </a:custGeom>
          <a:noFill/>
          <a:ln w="25400" cap="flat">
            <a:solidFill>
              <a:srgbClr val="87BF6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" name="图形 509" descr="上一步 纯色填充"/>
          <p:cNvSpPr/>
          <p:nvPr/>
        </p:nvSpPr>
        <p:spPr>
          <a:xfrm rot="3428691" flipV="1">
            <a:off x="-414769" y="3724417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rgbClr val="87BF6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01" name="图片 70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209" y="2418958"/>
            <a:ext cx="1302663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本框 703"/>
              <p:cNvSpPr txBox="1"/>
              <p:nvPr/>
            </p:nvSpPr>
            <p:spPr>
              <a:xfrm>
                <a:off x="2284202" y="4453106"/>
                <a:ext cx="62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𝓃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04" name="文本框 7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202" y="4453106"/>
                <a:ext cx="629989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7" t="-132" r="2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8" name="组合 707"/>
          <p:cNvGrpSpPr/>
          <p:nvPr/>
        </p:nvGrpSpPr>
        <p:grpSpPr>
          <a:xfrm>
            <a:off x="956957" y="5679837"/>
            <a:ext cx="465095" cy="455022"/>
            <a:chOff x="8412472" y="5074579"/>
            <a:chExt cx="449037" cy="441808"/>
          </a:xfrm>
        </p:grpSpPr>
        <p:sp>
          <p:nvSpPr>
            <p:cNvPr id="709" name="椭圆 708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0" name="图片 70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711" name="组合 710"/>
          <p:cNvGrpSpPr/>
          <p:nvPr/>
        </p:nvGrpSpPr>
        <p:grpSpPr>
          <a:xfrm>
            <a:off x="2668142" y="5659461"/>
            <a:ext cx="387777" cy="387777"/>
            <a:chOff x="6758192" y="4594058"/>
            <a:chExt cx="432000" cy="432000"/>
          </a:xfrm>
        </p:grpSpPr>
        <p:sp>
          <p:nvSpPr>
            <p:cNvPr id="712" name="椭圆 711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3" name="图片 7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9" name="文本框 718"/>
              <p:cNvSpPr txBox="1"/>
              <p:nvPr/>
            </p:nvSpPr>
            <p:spPr>
              <a:xfrm>
                <a:off x="-271189" y="6293510"/>
                <a:ext cx="1059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𝒫ℴ𝓈𝒾𝓉𝒾𝓋ℯ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19" name="文本框 7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189" y="6293510"/>
                <a:ext cx="105919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4" t="-7" r="57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0" name="文本框 719"/>
              <p:cNvSpPr txBox="1"/>
              <p:nvPr/>
            </p:nvSpPr>
            <p:spPr>
              <a:xfrm>
                <a:off x="1995521" y="6329146"/>
                <a:ext cx="1270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𝒰𝓃𝒸ℯ𝓇𝓉𝒶𝒾𝓃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0" name="文本框 7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21" y="6329146"/>
                <a:ext cx="12706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28" t="-27" r="32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/>
              <p:cNvSpPr txBox="1"/>
              <p:nvPr/>
            </p:nvSpPr>
            <p:spPr>
              <a:xfrm>
                <a:off x="816715" y="6317006"/>
                <a:ext cx="1196909" cy="39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ℯ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ℊ𝒶𝓉𝒾𝓋ℯ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1" name="文本框 7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15" y="6317006"/>
                <a:ext cx="1196909" cy="395429"/>
              </a:xfrm>
              <a:prstGeom prst="rect">
                <a:avLst/>
              </a:prstGeom>
              <a:blipFill rotWithShape="1">
                <a:blip r:embed="rId14"/>
                <a:stretch>
                  <a:fillRect l="-9" t="-7" r="3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" name="箭头: 右 726"/>
          <p:cNvSpPr/>
          <p:nvPr/>
        </p:nvSpPr>
        <p:spPr>
          <a:xfrm>
            <a:off x="3174960" y="5934453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8" name="立方体 727"/>
          <p:cNvSpPr/>
          <p:nvPr/>
        </p:nvSpPr>
        <p:spPr>
          <a:xfrm>
            <a:off x="3533605" y="1822390"/>
            <a:ext cx="5062998" cy="1825286"/>
          </a:xfrm>
          <a:custGeom>
            <a:avLst/>
            <a:gdLst>
              <a:gd name="csX0" fmla="*/ 0 w 5062998"/>
              <a:gd name="csY0" fmla="*/ 33275 h 1825286"/>
              <a:gd name="csX1" fmla="*/ 729310 w 5062998"/>
              <a:gd name="csY1" fmla="*/ 33275 h 1825286"/>
              <a:gd name="csX2" fmla="*/ 1257431 w 5062998"/>
              <a:gd name="csY2" fmla="*/ 33275 h 1825286"/>
              <a:gd name="csX3" fmla="*/ 1886146 w 5062998"/>
              <a:gd name="csY3" fmla="*/ 33275 h 1825286"/>
              <a:gd name="csX4" fmla="*/ 2514862 w 5062998"/>
              <a:gd name="csY4" fmla="*/ 33275 h 1825286"/>
              <a:gd name="csX5" fmla="*/ 2992685 w 5062998"/>
              <a:gd name="csY5" fmla="*/ 33275 h 1825286"/>
              <a:gd name="csX6" fmla="*/ 3621401 w 5062998"/>
              <a:gd name="csY6" fmla="*/ 33275 h 1825286"/>
              <a:gd name="csX7" fmla="*/ 4199819 w 5062998"/>
              <a:gd name="csY7" fmla="*/ 33275 h 1825286"/>
              <a:gd name="csX8" fmla="*/ 5029723 w 5062998"/>
              <a:gd name="csY8" fmla="*/ 33275 h 1825286"/>
              <a:gd name="csX9" fmla="*/ 5029723 w 5062998"/>
              <a:gd name="csY9" fmla="*/ 666452 h 1825286"/>
              <a:gd name="csX10" fmla="*/ 5029723 w 5062998"/>
              <a:gd name="csY10" fmla="*/ 1263789 h 1825286"/>
              <a:gd name="csX11" fmla="*/ 5029723 w 5062998"/>
              <a:gd name="csY11" fmla="*/ 1825286 h 1825286"/>
              <a:gd name="csX12" fmla="*/ 4451305 w 5062998"/>
              <a:gd name="csY12" fmla="*/ 1825286 h 1825286"/>
              <a:gd name="csX13" fmla="*/ 3923184 w 5062998"/>
              <a:gd name="csY13" fmla="*/ 1825286 h 1825286"/>
              <a:gd name="csX14" fmla="*/ 3244171 w 5062998"/>
              <a:gd name="csY14" fmla="*/ 1825286 h 1825286"/>
              <a:gd name="csX15" fmla="*/ 2716050 w 5062998"/>
              <a:gd name="csY15" fmla="*/ 1825286 h 1825286"/>
              <a:gd name="csX16" fmla="*/ 2087335 w 5062998"/>
              <a:gd name="csY16" fmla="*/ 1825286 h 1825286"/>
              <a:gd name="csX17" fmla="*/ 1358025 w 5062998"/>
              <a:gd name="csY17" fmla="*/ 1825286 h 1825286"/>
              <a:gd name="csX18" fmla="*/ 880202 w 5062998"/>
              <a:gd name="csY18" fmla="*/ 1825286 h 1825286"/>
              <a:gd name="csX19" fmla="*/ 0 w 5062998"/>
              <a:gd name="csY19" fmla="*/ 1825286 h 1825286"/>
              <a:gd name="csX20" fmla="*/ 0 w 5062998"/>
              <a:gd name="csY20" fmla="*/ 1192109 h 1825286"/>
              <a:gd name="csX21" fmla="*/ 0 w 5062998"/>
              <a:gd name="csY21" fmla="*/ 648532 h 1825286"/>
              <a:gd name="csX22" fmla="*/ 0 w 5062998"/>
              <a:gd name="csY22" fmla="*/ 33275 h 1825286"/>
              <a:gd name="csX0-1" fmla="*/ 5029723 w 5062998"/>
              <a:gd name="csY0-2" fmla="*/ 33275 h 1825286"/>
              <a:gd name="csX1-3" fmla="*/ 5062998 w 5062998"/>
              <a:gd name="csY1-4" fmla="*/ 0 h 1825286"/>
              <a:gd name="csX2-5" fmla="*/ 5062998 w 5062998"/>
              <a:gd name="csY2-6" fmla="*/ 615257 h 1825286"/>
              <a:gd name="csX3-7" fmla="*/ 5062998 w 5062998"/>
              <a:gd name="csY3-8" fmla="*/ 1176754 h 1825286"/>
              <a:gd name="csX4-9" fmla="*/ 5062998 w 5062998"/>
              <a:gd name="csY4-10" fmla="*/ 1792011 h 1825286"/>
              <a:gd name="csX5-11" fmla="*/ 5029723 w 5062998"/>
              <a:gd name="csY5-12" fmla="*/ 1825286 h 1825286"/>
              <a:gd name="csX6-13" fmla="*/ 5029723 w 5062998"/>
              <a:gd name="csY6-14" fmla="*/ 1245869 h 1825286"/>
              <a:gd name="csX7-15" fmla="*/ 5029723 w 5062998"/>
              <a:gd name="csY7-16" fmla="*/ 648532 h 1825286"/>
              <a:gd name="csX8-17" fmla="*/ 5029723 w 5062998"/>
              <a:gd name="csY8-18" fmla="*/ 33275 h 1825286"/>
              <a:gd name="csX0-19" fmla="*/ 0 w 5062998"/>
              <a:gd name="csY0-20" fmla="*/ 33275 h 1825286"/>
              <a:gd name="csX1-21" fmla="*/ 33275 w 5062998"/>
              <a:gd name="csY1-22" fmla="*/ 0 h 1825286"/>
              <a:gd name="csX2-23" fmla="*/ 762585 w 5062998"/>
              <a:gd name="csY2-24" fmla="*/ 0 h 1825286"/>
              <a:gd name="csX3-25" fmla="*/ 1391300 w 5062998"/>
              <a:gd name="csY3-26" fmla="*/ 0 h 1825286"/>
              <a:gd name="csX4-27" fmla="*/ 2120610 w 5062998"/>
              <a:gd name="csY4-28" fmla="*/ 0 h 1825286"/>
              <a:gd name="csX5-29" fmla="*/ 2749325 w 5062998"/>
              <a:gd name="csY5-30" fmla="*/ 0 h 1825286"/>
              <a:gd name="csX6-31" fmla="*/ 3378041 w 5062998"/>
              <a:gd name="csY6-32" fmla="*/ 0 h 1825286"/>
              <a:gd name="csX7-33" fmla="*/ 4057053 w 5062998"/>
              <a:gd name="csY7-34" fmla="*/ 0 h 1825286"/>
              <a:gd name="csX8-35" fmla="*/ 5062998 w 5062998"/>
              <a:gd name="csY8-36" fmla="*/ 0 h 1825286"/>
              <a:gd name="csX9-37" fmla="*/ 5029723 w 5062998"/>
              <a:gd name="csY9-38" fmla="*/ 33275 h 1825286"/>
              <a:gd name="csX10-39" fmla="*/ 4451305 w 5062998"/>
              <a:gd name="csY10-40" fmla="*/ 33275 h 1825286"/>
              <a:gd name="csX11-41" fmla="*/ 3772292 w 5062998"/>
              <a:gd name="csY11-42" fmla="*/ 33275 h 1825286"/>
              <a:gd name="csX12-43" fmla="*/ 3093280 w 5062998"/>
              <a:gd name="csY12-44" fmla="*/ 33275 h 1825286"/>
              <a:gd name="csX13-45" fmla="*/ 2464564 w 5062998"/>
              <a:gd name="csY13-46" fmla="*/ 33275 h 1825286"/>
              <a:gd name="csX14-47" fmla="*/ 1785552 w 5062998"/>
              <a:gd name="csY14-48" fmla="*/ 33275 h 1825286"/>
              <a:gd name="csX15-49" fmla="*/ 1307728 w 5062998"/>
              <a:gd name="csY15-50" fmla="*/ 33275 h 1825286"/>
              <a:gd name="csX16-51" fmla="*/ 829904 w 5062998"/>
              <a:gd name="csY16-52" fmla="*/ 33275 h 1825286"/>
              <a:gd name="csX17-53" fmla="*/ 0 w 5062998"/>
              <a:gd name="csY17-54" fmla="*/ 33275 h 1825286"/>
              <a:gd name="csX0-55" fmla="*/ 0 w 5062998"/>
              <a:gd name="csY0-56" fmla="*/ 33275 h 1825286"/>
              <a:gd name="csX1-57" fmla="*/ 33275 w 5062998"/>
              <a:gd name="csY1-58" fmla="*/ 0 h 1825286"/>
              <a:gd name="csX2-59" fmla="*/ 611693 w 5062998"/>
              <a:gd name="csY2-60" fmla="*/ 0 h 1825286"/>
              <a:gd name="csX3-61" fmla="*/ 1290706 w 5062998"/>
              <a:gd name="csY3-62" fmla="*/ 0 h 1825286"/>
              <a:gd name="csX4-63" fmla="*/ 1969718 w 5062998"/>
              <a:gd name="csY4-64" fmla="*/ 0 h 1825286"/>
              <a:gd name="csX5-65" fmla="*/ 2598434 w 5062998"/>
              <a:gd name="csY5-66" fmla="*/ 0 h 1825286"/>
              <a:gd name="csX6-67" fmla="*/ 3176852 w 5062998"/>
              <a:gd name="csY6-68" fmla="*/ 0 h 1825286"/>
              <a:gd name="csX7-69" fmla="*/ 3805567 w 5062998"/>
              <a:gd name="csY7-70" fmla="*/ 0 h 1825286"/>
              <a:gd name="csX8-71" fmla="*/ 4434283 w 5062998"/>
              <a:gd name="csY8-72" fmla="*/ 0 h 1825286"/>
              <a:gd name="csX9-73" fmla="*/ 5062998 w 5062998"/>
              <a:gd name="csY9-74" fmla="*/ 0 h 1825286"/>
              <a:gd name="csX10-75" fmla="*/ 5062998 w 5062998"/>
              <a:gd name="csY10-76" fmla="*/ 543577 h 1825286"/>
              <a:gd name="csX11-77" fmla="*/ 5062998 w 5062998"/>
              <a:gd name="csY11-78" fmla="*/ 1140914 h 1825286"/>
              <a:gd name="csX12-79" fmla="*/ 5062998 w 5062998"/>
              <a:gd name="csY12-80" fmla="*/ 1792011 h 1825286"/>
              <a:gd name="csX13-81" fmla="*/ 5029723 w 5062998"/>
              <a:gd name="csY13-82" fmla="*/ 1825286 h 1825286"/>
              <a:gd name="csX14-83" fmla="*/ 4401008 w 5062998"/>
              <a:gd name="csY14-84" fmla="*/ 1825286 h 1825286"/>
              <a:gd name="csX15-85" fmla="*/ 3923184 w 5062998"/>
              <a:gd name="csY15-86" fmla="*/ 1825286 h 1825286"/>
              <a:gd name="csX16-87" fmla="*/ 3344766 w 5062998"/>
              <a:gd name="csY16-88" fmla="*/ 1825286 h 1825286"/>
              <a:gd name="csX17-89" fmla="*/ 2615456 w 5062998"/>
              <a:gd name="csY17-90" fmla="*/ 1825286 h 1825286"/>
              <a:gd name="csX18-91" fmla="*/ 1886146 w 5062998"/>
              <a:gd name="csY18-92" fmla="*/ 1825286 h 1825286"/>
              <a:gd name="csX19-93" fmla="*/ 1307728 w 5062998"/>
              <a:gd name="csY19-94" fmla="*/ 1825286 h 1825286"/>
              <a:gd name="csX20-95" fmla="*/ 729310 w 5062998"/>
              <a:gd name="csY20-96" fmla="*/ 1825286 h 1825286"/>
              <a:gd name="csX21-97" fmla="*/ 0 w 5062998"/>
              <a:gd name="csY21-98" fmla="*/ 1825286 h 1825286"/>
              <a:gd name="csX22-99" fmla="*/ 0 w 5062998"/>
              <a:gd name="csY22-100" fmla="*/ 1281709 h 1825286"/>
              <a:gd name="csX23" fmla="*/ 0 w 5062998"/>
              <a:gd name="csY23" fmla="*/ 648532 h 1825286"/>
              <a:gd name="csX24" fmla="*/ 0 w 5062998"/>
              <a:gd name="csY24" fmla="*/ 33275 h 1825286"/>
              <a:gd name="csX25" fmla="*/ 0 w 5062998"/>
              <a:gd name="csY25" fmla="*/ 33275 h 1825286"/>
              <a:gd name="csX26" fmla="*/ 628715 w 5062998"/>
              <a:gd name="csY26" fmla="*/ 33275 h 1825286"/>
              <a:gd name="csX27" fmla="*/ 1207134 w 5062998"/>
              <a:gd name="csY27" fmla="*/ 33275 h 1825286"/>
              <a:gd name="csX28" fmla="*/ 1886146 w 5062998"/>
              <a:gd name="csY28" fmla="*/ 33275 h 1825286"/>
              <a:gd name="csX29" fmla="*/ 2514862 w 5062998"/>
              <a:gd name="csY29" fmla="*/ 33275 h 1825286"/>
              <a:gd name="csX30" fmla="*/ 3042982 w 5062998"/>
              <a:gd name="csY30" fmla="*/ 33275 h 1825286"/>
              <a:gd name="csX31" fmla="*/ 3671698 w 5062998"/>
              <a:gd name="csY31" fmla="*/ 33275 h 1825286"/>
              <a:gd name="csX32" fmla="*/ 4250116 w 5062998"/>
              <a:gd name="csY32" fmla="*/ 33275 h 1825286"/>
              <a:gd name="csX33" fmla="*/ 5029723 w 5062998"/>
              <a:gd name="csY33" fmla="*/ 33275 h 1825286"/>
              <a:gd name="csX34" fmla="*/ 5062998 w 5062998"/>
              <a:gd name="csY34" fmla="*/ 0 h 1825286"/>
              <a:gd name="csX35" fmla="*/ 5029723 w 5062998"/>
              <a:gd name="csY35" fmla="*/ 33275 h 1825286"/>
              <a:gd name="csX36" fmla="*/ 5029723 w 5062998"/>
              <a:gd name="csY36" fmla="*/ 630612 h 1825286"/>
              <a:gd name="csX37" fmla="*/ 5029723 w 5062998"/>
              <a:gd name="csY37" fmla="*/ 1210029 h 1825286"/>
              <a:gd name="csX38" fmla="*/ 5029723 w 5062998"/>
              <a:gd name="csY38" fmla="*/ 1825286 h 1825286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37" y="csY9-38"/>
              </a:cxn>
              <a:cxn ang="0">
                <a:pos x="csX10-39" y="csY10-40"/>
              </a:cxn>
              <a:cxn ang="0">
                <a:pos x="csX11-41" y="csY11-42"/>
              </a:cxn>
              <a:cxn ang="0">
                <a:pos x="csX12-43" y="csY12-44"/>
              </a:cxn>
              <a:cxn ang="0">
                <a:pos x="csX13-45" y="csY13-46"/>
              </a:cxn>
              <a:cxn ang="0">
                <a:pos x="csX14-47" y="csY14-48"/>
              </a:cxn>
              <a:cxn ang="0">
                <a:pos x="csX15-49" y="csY15-50"/>
              </a:cxn>
              <a:cxn ang="0">
                <a:pos x="csX16-51" y="csY16-52"/>
              </a:cxn>
              <a:cxn ang="0">
                <a:pos x="csX17-53" y="csY17-54"/>
              </a:cxn>
              <a:cxn ang="0">
                <a:pos x="csX18-91" y="csY18-92"/>
              </a:cxn>
              <a:cxn ang="0">
                <a:pos x="csX19-93" y="csY19-94"/>
              </a:cxn>
              <a:cxn ang="0">
                <a:pos x="csX20-95" y="csY20-96"/>
              </a:cxn>
              <a:cxn ang="0">
                <a:pos x="csX21-97" y="csY21-98"/>
              </a:cxn>
              <a:cxn ang="0">
                <a:pos x="csX22-99" y="csY22-100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5062998" h="1825286" stroke="0" extrusionOk="0">
                <a:moveTo>
                  <a:pt x="0" y="33275"/>
                </a:moveTo>
                <a:cubicBezTo>
                  <a:pt x="282828" y="14016"/>
                  <a:pt x="539764" y="45197"/>
                  <a:pt x="729310" y="33275"/>
                </a:cubicBezTo>
                <a:cubicBezTo>
                  <a:pt x="918856" y="21354"/>
                  <a:pt x="1022328" y="25785"/>
                  <a:pt x="1257431" y="33275"/>
                </a:cubicBezTo>
                <a:cubicBezTo>
                  <a:pt x="1492534" y="40765"/>
                  <a:pt x="1660312" y="7105"/>
                  <a:pt x="1886146" y="33275"/>
                </a:cubicBezTo>
                <a:cubicBezTo>
                  <a:pt x="2111980" y="59445"/>
                  <a:pt x="2268738" y="43545"/>
                  <a:pt x="2514862" y="33275"/>
                </a:cubicBezTo>
                <a:cubicBezTo>
                  <a:pt x="2760986" y="23005"/>
                  <a:pt x="2768011" y="20385"/>
                  <a:pt x="2992685" y="33275"/>
                </a:cubicBezTo>
                <a:cubicBezTo>
                  <a:pt x="3217359" y="46165"/>
                  <a:pt x="3395760" y="40747"/>
                  <a:pt x="3621401" y="33275"/>
                </a:cubicBezTo>
                <a:cubicBezTo>
                  <a:pt x="3847042" y="25803"/>
                  <a:pt x="4042877" y="4963"/>
                  <a:pt x="4199819" y="33275"/>
                </a:cubicBezTo>
                <a:cubicBezTo>
                  <a:pt x="4356761" y="61587"/>
                  <a:pt x="4722158" y="18377"/>
                  <a:pt x="5029723" y="33275"/>
                </a:cubicBezTo>
                <a:cubicBezTo>
                  <a:pt x="5054557" y="160028"/>
                  <a:pt x="5026810" y="463521"/>
                  <a:pt x="5029723" y="666452"/>
                </a:cubicBezTo>
                <a:cubicBezTo>
                  <a:pt x="5032636" y="869383"/>
                  <a:pt x="5001619" y="1103561"/>
                  <a:pt x="5029723" y="1263789"/>
                </a:cubicBezTo>
                <a:cubicBezTo>
                  <a:pt x="5057827" y="1424017"/>
                  <a:pt x="5013679" y="1582774"/>
                  <a:pt x="5029723" y="1825286"/>
                </a:cubicBezTo>
                <a:cubicBezTo>
                  <a:pt x="4846249" y="1820858"/>
                  <a:pt x="4582256" y="1832222"/>
                  <a:pt x="4451305" y="1825286"/>
                </a:cubicBezTo>
                <a:cubicBezTo>
                  <a:pt x="4320354" y="1818350"/>
                  <a:pt x="4102317" y="1842639"/>
                  <a:pt x="3923184" y="1825286"/>
                </a:cubicBezTo>
                <a:cubicBezTo>
                  <a:pt x="3744051" y="1807933"/>
                  <a:pt x="3459396" y="1795691"/>
                  <a:pt x="3244171" y="1825286"/>
                </a:cubicBezTo>
                <a:cubicBezTo>
                  <a:pt x="3028946" y="1854881"/>
                  <a:pt x="2944710" y="1813142"/>
                  <a:pt x="2716050" y="1825286"/>
                </a:cubicBezTo>
                <a:cubicBezTo>
                  <a:pt x="2487390" y="1837430"/>
                  <a:pt x="2383555" y="1841720"/>
                  <a:pt x="2087335" y="1825286"/>
                </a:cubicBezTo>
                <a:cubicBezTo>
                  <a:pt x="1791115" y="1808852"/>
                  <a:pt x="1652988" y="1844246"/>
                  <a:pt x="1358025" y="1825286"/>
                </a:cubicBezTo>
                <a:cubicBezTo>
                  <a:pt x="1063062" y="1806327"/>
                  <a:pt x="1069002" y="1806688"/>
                  <a:pt x="880202" y="1825286"/>
                </a:cubicBezTo>
                <a:cubicBezTo>
                  <a:pt x="691402" y="1843884"/>
                  <a:pt x="308235" y="1865271"/>
                  <a:pt x="0" y="1825286"/>
                </a:cubicBezTo>
                <a:cubicBezTo>
                  <a:pt x="6429" y="1566065"/>
                  <a:pt x="-10752" y="1448056"/>
                  <a:pt x="0" y="1192109"/>
                </a:cubicBezTo>
                <a:cubicBezTo>
                  <a:pt x="10752" y="936162"/>
                  <a:pt x="10424" y="838558"/>
                  <a:pt x="0" y="648532"/>
                </a:cubicBezTo>
                <a:cubicBezTo>
                  <a:pt x="-10424" y="458506"/>
                  <a:pt x="30172" y="181476"/>
                  <a:pt x="0" y="33275"/>
                </a:cubicBezTo>
                <a:close/>
              </a:path>
              <a:path w="5062998" h="1825286" fill="darkenLess" stroke="0" extrusionOk="0">
                <a:moveTo>
                  <a:pt x="5029723" y="33275"/>
                </a:moveTo>
                <a:cubicBezTo>
                  <a:pt x="5036593" y="24561"/>
                  <a:pt x="5055424" y="5848"/>
                  <a:pt x="5062998" y="0"/>
                </a:cubicBezTo>
                <a:cubicBezTo>
                  <a:pt x="5090124" y="251130"/>
                  <a:pt x="5056792" y="471054"/>
                  <a:pt x="5062998" y="615257"/>
                </a:cubicBezTo>
                <a:cubicBezTo>
                  <a:pt x="5069204" y="759460"/>
                  <a:pt x="5044799" y="917563"/>
                  <a:pt x="5062998" y="1176754"/>
                </a:cubicBezTo>
                <a:cubicBezTo>
                  <a:pt x="5081197" y="1435945"/>
                  <a:pt x="5043291" y="1629594"/>
                  <a:pt x="5062998" y="1792011"/>
                </a:cubicBezTo>
                <a:cubicBezTo>
                  <a:pt x="5054454" y="1801936"/>
                  <a:pt x="5042995" y="1812521"/>
                  <a:pt x="5029723" y="1825286"/>
                </a:cubicBezTo>
                <a:cubicBezTo>
                  <a:pt x="5058358" y="1549209"/>
                  <a:pt x="5044373" y="1465089"/>
                  <a:pt x="5029723" y="1245869"/>
                </a:cubicBezTo>
                <a:cubicBezTo>
                  <a:pt x="5015073" y="1026649"/>
                  <a:pt x="5000536" y="868842"/>
                  <a:pt x="5029723" y="648532"/>
                </a:cubicBezTo>
                <a:cubicBezTo>
                  <a:pt x="5058910" y="428222"/>
                  <a:pt x="5037412" y="280528"/>
                  <a:pt x="5029723" y="33275"/>
                </a:cubicBezTo>
                <a:close/>
              </a:path>
              <a:path w="5062998" h="1825286" fill="lightenLess" stroke="0" extrusionOk="0">
                <a:moveTo>
                  <a:pt x="0" y="33275"/>
                </a:moveTo>
                <a:cubicBezTo>
                  <a:pt x="8515" y="23302"/>
                  <a:pt x="22123" y="8749"/>
                  <a:pt x="33275" y="0"/>
                </a:cubicBezTo>
                <a:cubicBezTo>
                  <a:pt x="277249" y="35830"/>
                  <a:pt x="548800" y="-20534"/>
                  <a:pt x="762585" y="0"/>
                </a:cubicBezTo>
                <a:cubicBezTo>
                  <a:pt x="976370" y="20534"/>
                  <a:pt x="1177684" y="18330"/>
                  <a:pt x="1391300" y="0"/>
                </a:cubicBezTo>
                <a:cubicBezTo>
                  <a:pt x="1604916" y="-18330"/>
                  <a:pt x="1942064" y="8846"/>
                  <a:pt x="2120610" y="0"/>
                </a:cubicBezTo>
                <a:cubicBezTo>
                  <a:pt x="2299156" y="-8846"/>
                  <a:pt x="2444450" y="-5462"/>
                  <a:pt x="2749325" y="0"/>
                </a:cubicBezTo>
                <a:cubicBezTo>
                  <a:pt x="3054201" y="5462"/>
                  <a:pt x="3118629" y="-5154"/>
                  <a:pt x="3378041" y="0"/>
                </a:cubicBezTo>
                <a:cubicBezTo>
                  <a:pt x="3637453" y="5154"/>
                  <a:pt x="3787075" y="3743"/>
                  <a:pt x="4057053" y="0"/>
                </a:cubicBezTo>
                <a:cubicBezTo>
                  <a:pt x="4327031" y="-3743"/>
                  <a:pt x="4848758" y="-14509"/>
                  <a:pt x="5062998" y="0"/>
                </a:cubicBezTo>
                <a:cubicBezTo>
                  <a:pt x="5048779" y="17048"/>
                  <a:pt x="5044869" y="17637"/>
                  <a:pt x="5029723" y="33275"/>
                </a:cubicBezTo>
                <a:cubicBezTo>
                  <a:pt x="4798750" y="24331"/>
                  <a:pt x="4706939" y="19584"/>
                  <a:pt x="4451305" y="33275"/>
                </a:cubicBezTo>
                <a:cubicBezTo>
                  <a:pt x="4195671" y="46966"/>
                  <a:pt x="3972944" y="51944"/>
                  <a:pt x="3772292" y="33275"/>
                </a:cubicBezTo>
                <a:cubicBezTo>
                  <a:pt x="3571640" y="14606"/>
                  <a:pt x="3260897" y="33942"/>
                  <a:pt x="3093280" y="33275"/>
                </a:cubicBezTo>
                <a:cubicBezTo>
                  <a:pt x="2925663" y="32608"/>
                  <a:pt x="2745359" y="51352"/>
                  <a:pt x="2464564" y="33275"/>
                </a:cubicBezTo>
                <a:cubicBezTo>
                  <a:pt x="2183769" y="15198"/>
                  <a:pt x="1925009" y="37291"/>
                  <a:pt x="1785552" y="33275"/>
                </a:cubicBezTo>
                <a:cubicBezTo>
                  <a:pt x="1646095" y="29259"/>
                  <a:pt x="1458165" y="40321"/>
                  <a:pt x="1307728" y="33275"/>
                </a:cubicBezTo>
                <a:cubicBezTo>
                  <a:pt x="1157291" y="26229"/>
                  <a:pt x="958070" y="35137"/>
                  <a:pt x="829904" y="33275"/>
                </a:cubicBezTo>
                <a:cubicBezTo>
                  <a:pt x="701738" y="31413"/>
                  <a:pt x="171225" y="42236"/>
                  <a:pt x="0" y="33275"/>
                </a:cubicBezTo>
                <a:close/>
              </a:path>
              <a:path w="5062998" h="1825286" fill="none" extrusionOk="0">
                <a:moveTo>
                  <a:pt x="0" y="33275"/>
                </a:moveTo>
                <a:cubicBezTo>
                  <a:pt x="6261" y="25860"/>
                  <a:pt x="19692" y="14455"/>
                  <a:pt x="33275" y="0"/>
                </a:cubicBezTo>
                <a:cubicBezTo>
                  <a:pt x="188220" y="-11698"/>
                  <a:pt x="345237" y="22993"/>
                  <a:pt x="611693" y="0"/>
                </a:cubicBezTo>
                <a:cubicBezTo>
                  <a:pt x="878149" y="-22993"/>
                  <a:pt x="975886" y="21946"/>
                  <a:pt x="1290706" y="0"/>
                </a:cubicBezTo>
                <a:cubicBezTo>
                  <a:pt x="1605526" y="-21946"/>
                  <a:pt x="1761625" y="-243"/>
                  <a:pt x="1969718" y="0"/>
                </a:cubicBezTo>
                <a:cubicBezTo>
                  <a:pt x="2177811" y="243"/>
                  <a:pt x="2326517" y="-13853"/>
                  <a:pt x="2598434" y="0"/>
                </a:cubicBezTo>
                <a:cubicBezTo>
                  <a:pt x="2870351" y="13853"/>
                  <a:pt x="2910117" y="9731"/>
                  <a:pt x="3176852" y="0"/>
                </a:cubicBezTo>
                <a:cubicBezTo>
                  <a:pt x="3443587" y="-9731"/>
                  <a:pt x="3508579" y="21430"/>
                  <a:pt x="3805567" y="0"/>
                </a:cubicBezTo>
                <a:cubicBezTo>
                  <a:pt x="4102555" y="-21430"/>
                  <a:pt x="4288110" y="-25524"/>
                  <a:pt x="4434283" y="0"/>
                </a:cubicBezTo>
                <a:cubicBezTo>
                  <a:pt x="4580456" y="25524"/>
                  <a:pt x="4871697" y="29326"/>
                  <a:pt x="5062998" y="0"/>
                </a:cubicBezTo>
                <a:cubicBezTo>
                  <a:pt x="5045364" y="168243"/>
                  <a:pt x="5048093" y="322860"/>
                  <a:pt x="5062998" y="543577"/>
                </a:cubicBezTo>
                <a:cubicBezTo>
                  <a:pt x="5077903" y="764294"/>
                  <a:pt x="5079577" y="933121"/>
                  <a:pt x="5062998" y="1140914"/>
                </a:cubicBezTo>
                <a:cubicBezTo>
                  <a:pt x="5046419" y="1348707"/>
                  <a:pt x="5047901" y="1477958"/>
                  <a:pt x="5062998" y="1792011"/>
                </a:cubicBezTo>
                <a:cubicBezTo>
                  <a:pt x="5055558" y="1799856"/>
                  <a:pt x="5042866" y="1813172"/>
                  <a:pt x="5029723" y="1825286"/>
                </a:cubicBezTo>
                <a:cubicBezTo>
                  <a:pt x="4824108" y="1838517"/>
                  <a:pt x="4563242" y="1854619"/>
                  <a:pt x="4401008" y="1825286"/>
                </a:cubicBezTo>
                <a:cubicBezTo>
                  <a:pt x="4238774" y="1795953"/>
                  <a:pt x="4140831" y="1848360"/>
                  <a:pt x="3923184" y="1825286"/>
                </a:cubicBezTo>
                <a:cubicBezTo>
                  <a:pt x="3705537" y="1802212"/>
                  <a:pt x="3630186" y="1842566"/>
                  <a:pt x="3344766" y="1825286"/>
                </a:cubicBezTo>
                <a:cubicBezTo>
                  <a:pt x="3059346" y="1808006"/>
                  <a:pt x="2961297" y="1792160"/>
                  <a:pt x="2615456" y="1825286"/>
                </a:cubicBezTo>
                <a:cubicBezTo>
                  <a:pt x="2269615" y="1858413"/>
                  <a:pt x="2128489" y="1844377"/>
                  <a:pt x="1886146" y="1825286"/>
                </a:cubicBezTo>
                <a:cubicBezTo>
                  <a:pt x="1643803" y="1806196"/>
                  <a:pt x="1592558" y="1815045"/>
                  <a:pt x="1307728" y="1825286"/>
                </a:cubicBezTo>
                <a:cubicBezTo>
                  <a:pt x="1022898" y="1835527"/>
                  <a:pt x="965211" y="1810462"/>
                  <a:pt x="729310" y="1825286"/>
                </a:cubicBezTo>
                <a:cubicBezTo>
                  <a:pt x="493409" y="1840110"/>
                  <a:pt x="223258" y="1849180"/>
                  <a:pt x="0" y="1825286"/>
                </a:cubicBezTo>
                <a:cubicBezTo>
                  <a:pt x="-19852" y="1675678"/>
                  <a:pt x="4727" y="1526097"/>
                  <a:pt x="0" y="1281709"/>
                </a:cubicBezTo>
                <a:cubicBezTo>
                  <a:pt x="-4727" y="1037321"/>
                  <a:pt x="19447" y="787767"/>
                  <a:pt x="0" y="648532"/>
                </a:cubicBezTo>
                <a:cubicBezTo>
                  <a:pt x="-19447" y="509297"/>
                  <a:pt x="13412" y="211376"/>
                  <a:pt x="0" y="33275"/>
                </a:cubicBezTo>
                <a:close/>
                <a:moveTo>
                  <a:pt x="0" y="33275"/>
                </a:moveTo>
                <a:cubicBezTo>
                  <a:pt x="210043" y="28756"/>
                  <a:pt x="471765" y="8348"/>
                  <a:pt x="628715" y="33275"/>
                </a:cubicBezTo>
                <a:cubicBezTo>
                  <a:pt x="785665" y="58202"/>
                  <a:pt x="1063385" y="38298"/>
                  <a:pt x="1207134" y="33275"/>
                </a:cubicBezTo>
                <a:cubicBezTo>
                  <a:pt x="1350883" y="28252"/>
                  <a:pt x="1671317" y="4374"/>
                  <a:pt x="1886146" y="33275"/>
                </a:cubicBezTo>
                <a:cubicBezTo>
                  <a:pt x="2100975" y="62176"/>
                  <a:pt x="2382465" y="8710"/>
                  <a:pt x="2514862" y="33275"/>
                </a:cubicBezTo>
                <a:cubicBezTo>
                  <a:pt x="2647259" y="57840"/>
                  <a:pt x="2841365" y="43925"/>
                  <a:pt x="3042982" y="33275"/>
                </a:cubicBezTo>
                <a:cubicBezTo>
                  <a:pt x="3244599" y="22625"/>
                  <a:pt x="3466752" y="24500"/>
                  <a:pt x="3671698" y="33275"/>
                </a:cubicBezTo>
                <a:cubicBezTo>
                  <a:pt x="3876644" y="42050"/>
                  <a:pt x="4044599" y="20728"/>
                  <a:pt x="4250116" y="33275"/>
                </a:cubicBezTo>
                <a:cubicBezTo>
                  <a:pt x="4455633" y="45822"/>
                  <a:pt x="4717099" y="70877"/>
                  <a:pt x="5029723" y="33275"/>
                </a:cubicBezTo>
                <a:cubicBezTo>
                  <a:pt x="5035207" y="24748"/>
                  <a:pt x="5053035" y="11139"/>
                  <a:pt x="5062998" y="0"/>
                </a:cubicBezTo>
                <a:moveTo>
                  <a:pt x="5029723" y="33275"/>
                </a:moveTo>
                <a:cubicBezTo>
                  <a:pt x="5012624" y="318753"/>
                  <a:pt x="5033421" y="364170"/>
                  <a:pt x="5029723" y="630612"/>
                </a:cubicBezTo>
                <a:cubicBezTo>
                  <a:pt x="5026025" y="897054"/>
                  <a:pt x="5052638" y="930070"/>
                  <a:pt x="5029723" y="1210029"/>
                </a:cubicBezTo>
                <a:cubicBezTo>
                  <a:pt x="5006808" y="1489988"/>
                  <a:pt x="5054885" y="1570740"/>
                  <a:pt x="5029723" y="1825286"/>
                </a:cubicBezTo>
              </a:path>
              <a:path w="5062998" h="1825286" fill="none" stroke="0" extrusionOk="0">
                <a:moveTo>
                  <a:pt x="0" y="33275"/>
                </a:moveTo>
                <a:cubicBezTo>
                  <a:pt x="12198" y="22718"/>
                  <a:pt x="23692" y="6661"/>
                  <a:pt x="33275" y="0"/>
                </a:cubicBezTo>
                <a:cubicBezTo>
                  <a:pt x="132215" y="3345"/>
                  <a:pt x="283148" y="16894"/>
                  <a:pt x="511099" y="0"/>
                </a:cubicBezTo>
                <a:cubicBezTo>
                  <a:pt x="739050" y="-16894"/>
                  <a:pt x="910614" y="31182"/>
                  <a:pt x="1240409" y="0"/>
                </a:cubicBezTo>
                <a:cubicBezTo>
                  <a:pt x="1570204" y="-31182"/>
                  <a:pt x="1580634" y="-204"/>
                  <a:pt x="1768529" y="0"/>
                </a:cubicBezTo>
                <a:cubicBezTo>
                  <a:pt x="1956424" y="204"/>
                  <a:pt x="2108112" y="-11293"/>
                  <a:pt x="2346948" y="0"/>
                </a:cubicBezTo>
                <a:cubicBezTo>
                  <a:pt x="2585784" y="11293"/>
                  <a:pt x="2710770" y="10942"/>
                  <a:pt x="2824771" y="0"/>
                </a:cubicBezTo>
                <a:cubicBezTo>
                  <a:pt x="2938772" y="-10942"/>
                  <a:pt x="3211005" y="-34009"/>
                  <a:pt x="3554081" y="0"/>
                </a:cubicBezTo>
                <a:cubicBezTo>
                  <a:pt x="3897157" y="34009"/>
                  <a:pt x="3906329" y="1442"/>
                  <a:pt x="4233094" y="0"/>
                </a:cubicBezTo>
                <a:cubicBezTo>
                  <a:pt x="4559859" y="-1442"/>
                  <a:pt x="4709402" y="-12096"/>
                  <a:pt x="5062998" y="0"/>
                </a:cubicBezTo>
                <a:cubicBezTo>
                  <a:pt x="5084239" y="227408"/>
                  <a:pt x="5059244" y="415017"/>
                  <a:pt x="5062998" y="597337"/>
                </a:cubicBezTo>
                <a:cubicBezTo>
                  <a:pt x="5066752" y="779657"/>
                  <a:pt x="5070614" y="903439"/>
                  <a:pt x="5062998" y="1140914"/>
                </a:cubicBezTo>
                <a:cubicBezTo>
                  <a:pt x="5055382" y="1378389"/>
                  <a:pt x="5082396" y="1517836"/>
                  <a:pt x="5062998" y="1792011"/>
                </a:cubicBezTo>
                <a:cubicBezTo>
                  <a:pt x="5056331" y="1801340"/>
                  <a:pt x="5041176" y="1814946"/>
                  <a:pt x="5029723" y="1825286"/>
                </a:cubicBezTo>
                <a:cubicBezTo>
                  <a:pt x="4883208" y="1838794"/>
                  <a:pt x="4602473" y="1837127"/>
                  <a:pt x="4300413" y="1825286"/>
                </a:cubicBezTo>
                <a:cubicBezTo>
                  <a:pt x="3998353" y="1813446"/>
                  <a:pt x="3798461" y="1803491"/>
                  <a:pt x="3571103" y="1825286"/>
                </a:cubicBezTo>
                <a:cubicBezTo>
                  <a:pt x="3343745" y="1847082"/>
                  <a:pt x="3197443" y="1818887"/>
                  <a:pt x="2942388" y="1825286"/>
                </a:cubicBezTo>
                <a:cubicBezTo>
                  <a:pt x="2687333" y="1831685"/>
                  <a:pt x="2539950" y="1798132"/>
                  <a:pt x="2213078" y="1825286"/>
                </a:cubicBezTo>
                <a:cubicBezTo>
                  <a:pt x="1886206" y="1852441"/>
                  <a:pt x="1630974" y="1810132"/>
                  <a:pt x="1483768" y="1825286"/>
                </a:cubicBezTo>
                <a:cubicBezTo>
                  <a:pt x="1336562" y="1840441"/>
                  <a:pt x="1112096" y="1805442"/>
                  <a:pt x="905350" y="1825286"/>
                </a:cubicBezTo>
                <a:cubicBezTo>
                  <a:pt x="698604" y="1845130"/>
                  <a:pt x="328781" y="1806781"/>
                  <a:pt x="0" y="1825286"/>
                </a:cubicBezTo>
                <a:cubicBezTo>
                  <a:pt x="286" y="1621213"/>
                  <a:pt x="-3891" y="1346062"/>
                  <a:pt x="0" y="1210029"/>
                </a:cubicBezTo>
                <a:cubicBezTo>
                  <a:pt x="3891" y="1073996"/>
                  <a:pt x="-11298" y="764654"/>
                  <a:pt x="0" y="630612"/>
                </a:cubicBezTo>
                <a:cubicBezTo>
                  <a:pt x="11298" y="496570"/>
                  <a:pt x="-15509" y="274201"/>
                  <a:pt x="0" y="33275"/>
                </a:cubicBezTo>
                <a:close/>
                <a:moveTo>
                  <a:pt x="0" y="33275"/>
                </a:moveTo>
                <a:cubicBezTo>
                  <a:pt x="199717" y="24541"/>
                  <a:pt x="486103" y="63790"/>
                  <a:pt x="679013" y="33275"/>
                </a:cubicBezTo>
                <a:cubicBezTo>
                  <a:pt x="871923" y="2760"/>
                  <a:pt x="1048749" y="63306"/>
                  <a:pt x="1358025" y="33275"/>
                </a:cubicBezTo>
                <a:cubicBezTo>
                  <a:pt x="1667301" y="3244"/>
                  <a:pt x="1879694" y="37458"/>
                  <a:pt x="2037038" y="33275"/>
                </a:cubicBezTo>
                <a:cubicBezTo>
                  <a:pt x="2194382" y="29092"/>
                  <a:pt x="2429092" y="14015"/>
                  <a:pt x="2565159" y="33275"/>
                </a:cubicBezTo>
                <a:cubicBezTo>
                  <a:pt x="2701226" y="52535"/>
                  <a:pt x="2894243" y="33698"/>
                  <a:pt x="3042982" y="33275"/>
                </a:cubicBezTo>
                <a:cubicBezTo>
                  <a:pt x="3191721" y="32852"/>
                  <a:pt x="3355234" y="47154"/>
                  <a:pt x="3520806" y="33275"/>
                </a:cubicBezTo>
                <a:cubicBezTo>
                  <a:pt x="3686378" y="19396"/>
                  <a:pt x="3989856" y="43129"/>
                  <a:pt x="4199819" y="33275"/>
                </a:cubicBezTo>
                <a:cubicBezTo>
                  <a:pt x="4409782" y="23421"/>
                  <a:pt x="4803390" y="-6551"/>
                  <a:pt x="5029723" y="33275"/>
                </a:cubicBezTo>
                <a:cubicBezTo>
                  <a:pt x="5040055" y="20825"/>
                  <a:pt x="5052510" y="10394"/>
                  <a:pt x="5062998" y="0"/>
                </a:cubicBezTo>
                <a:moveTo>
                  <a:pt x="5029723" y="33275"/>
                </a:moveTo>
                <a:cubicBezTo>
                  <a:pt x="5014063" y="169310"/>
                  <a:pt x="5007772" y="483567"/>
                  <a:pt x="5029723" y="666452"/>
                </a:cubicBezTo>
                <a:cubicBezTo>
                  <a:pt x="5051674" y="849337"/>
                  <a:pt x="5036391" y="1099095"/>
                  <a:pt x="5029723" y="1281709"/>
                </a:cubicBezTo>
                <a:cubicBezTo>
                  <a:pt x="5023055" y="1464323"/>
                  <a:pt x="5014819" y="1595489"/>
                  <a:pt x="5029723" y="1825286"/>
                </a:cubicBezTo>
              </a:path>
            </a:pathLst>
          </a:custGeom>
          <a:solidFill>
            <a:srgbClr val="EBF6FF"/>
          </a:solidFill>
          <a:ln w="28575">
            <a:solidFill>
              <a:srgbClr val="78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8" name="文本框 787"/>
          <p:cNvSpPr txBox="1"/>
          <p:nvPr/>
        </p:nvSpPr>
        <p:spPr>
          <a:xfrm>
            <a:off x="4523398" y="1902726"/>
            <a:ext cx="2977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(A2) Textual Pathway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0" name="箭头: 右 789"/>
          <p:cNvSpPr/>
          <p:nvPr/>
        </p:nvSpPr>
        <p:spPr>
          <a:xfrm rot="5400000">
            <a:off x="8090558" y="3432676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1" name="文本框 790"/>
              <p:cNvSpPr txBox="1"/>
              <p:nvPr/>
            </p:nvSpPr>
            <p:spPr>
              <a:xfrm>
                <a:off x="2137342" y="2008915"/>
                <a:ext cx="732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𝓂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ℐ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91" name="文本框 7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342" y="2008915"/>
                <a:ext cx="732657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77" t="-111" r="59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2" name="文本框 721"/>
              <p:cNvSpPr txBox="1"/>
              <p:nvPr/>
            </p:nvSpPr>
            <p:spPr>
              <a:xfrm>
                <a:off x="6756122" y="1938388"/>
                <a:ext cx="7682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𝓂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2" name="文本框 7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22" y="1938388"/>
                <a:ext cx="768229" cy="400110"/>
              </a:xfrm>
              <a:prstGeom prst="rect">
                <a:avLst/>
              </a:prstGeom>
              <a:blipFill rotWithShape="1">
                <a:blip r:embed="rId16"/>
                <a:stretch>
                  <a:fillRect l="-46" t="-92" r="31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7" name="组合 796"/>
          <p:cNvGrpSpPr/>
          <p:nvPr/>
        </p:nvGrpSpPr>
        <p:grpSpPr>
          <a:xfrm>
            <a:off x="3724950" y="2361358"/>
            <a:ext cx="464662" cy="477525"/>
            <a:chOff x="-759632" y="3864608"/>
            <a:chExt cx="822320" cy="874135"/>
          </a:xfrm>
        </p:grpSpPr>
        <p:pic>
          <p:nvPicPr>
            <p:cNvPr id="798" name="图片 797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799" name="图片 798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00" name="图片 79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7" name="文本框 806"/>
              <p:cNvSpPr txBox="1"/>
              <p:nvPr/>
            </p:nvSpPr>
            <p:spPr>
              <a:xfrm>
                <a:off x="3665400" y="3210010"/>
                <a:ext cx="4787365" cy="415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𝒶𝓁𝒾ℊ𝓃</m:t>
                          </m:r>
                        </m:sub>
                      </m:sSub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𝒿</m:t>
                              </m:r>
                            </m:sub>
                          </m:s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𝓅ℴ𝓈</m:t>
                              </m:r>
                            </m:sub>
                          </m:s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𝓃ℯℊ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07" name="文本框 8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400" y="3210010"/>
                <a:ext cx="4787365" cy="415178"/>
              </a:xfrm>
              <a:prstGeom prst="rect">
                <a:avLst/>
              </a:prstGeom>
              <a:blipFill rotWithShape="1">
                <a:blip r:embed="rId18"/>
                <a:stretch>
                  <a:fillRect l="-4" t="-20" r="6" b="1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3" name="箭头: 右 812"/>
          <p:cNvSpPr/>
          <p:nvPr/>
        </p:nvSpPr>
        <p:spPr>
          <a:xfrm>
            <a:off x="3197736" y="5941928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箭头: 右 813"/>
          <p:cNvSpPr/>
          <p:nvPr/>
        </p:nvSpPr>
        <p:spPr>
          <a:xfrm rot="5400000">
            <a:off x="8110622" y="3432930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箭头: 燕尾形 815"/>
          <p:cNvSpPr/>
          <p:nvPr/>
        </p:nvSpPr>
        <p:spPr>
          <a:xfrm>
            <a:off x="5637850" y="2653783"/>
            <a:ext cx="710817" cy="278888"/>
          </a:xfrm>
          <a:custGeom>
            <a:avLst/>
            <a:gdLst>
              <a:gd name="csX0" fmla="*/ 0 w 710817"/>
              <a:gd name="csY0" fmla="*/ 77343 h 278888"/>
              <a:gd name="csX1" fmla="*/ 434213 w 710817"/>
              <a:gd name="csY1" fmla="*/ 77343 h 278888"/>
              <a:gd name="csX2" fmla="*/ 434213 w 710817"/>
              <a:gd name="csY2" fmla="*/ 0 h 278888"/>
              <a:gd name="csX3" fmla="*/ 710817 w 710817"/>
              <a:gd name="csY3" fmla="*/ 139444 h 278888"/>
              <a:gd name="csX4" fmla="*/ 434213 w 710817"/>
              <a:gd name="csY4" fmla="*/ 278888 h 278888"/>
              <a:gd name="csX5" fmla="*/ 434213 w 710817"/>
              <a:gd name="csY5" fmla="*/ 201545 h 278888"/>
              <a:gd name="csX6" fmla="*/ 0 w 710817"/>
              <a:gd name="csY6" fmla="*/ 201545 h 278888"/>
              <a:gd name="csX7" fmla="*/ 123186 w 710817"/>
              <a:gd name="csY7" fmla="*/ 139444 h 278888"/>
              <a:gd name="csX8" fmla="*/ 0 w 710817"/>
              <a:gd name="csY8" fmla="*/ 77343 h 278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817" h="278888" extrusionOk="0">
                <a:moveTo>
                  <a:pt x="0" y="77343"/>
                </a:moveTo>
                <a:cubicBezTo>
                  <a:pt x="133613" y="68036"/>
                  <a:pt x="334521" y="87649"/>
                  <a:pt x="434213" y="77343"/>
                </a:cubicBezTo>
                <a:cubicBezTo>
                  <a:pt x="433663" y="58005"/>
                  <a:pt x="440299" y="30923"/>
                  <a:pt x="434213" y="0"/>
                </a:cubicBezTo>
                <a:cubicBezTo>
                  <a:pt x="509851" y="3915"/>
                  <a:pt x="608577" y="124752"/>
                  <a:pt x="710817" y="139444"/>
                </a:cubicBezTo>
                <a:cubicBezTo>
                  <a:pt x="650143" y="186306"/>
                  <a:pt x="523726" y="203853"/>
                  <a:pt x="434213" y="278888"/>
                </a:cubicBezTo>
                <a:cubicBezTo>
                  <a:pt x="426198" y="257442"/>
                  <a:pt x="440296" y="218022"/>
                  <a:pt x="434213" y="201545"/>
                </a:cubicBezTo>
                <a:cubicBezTo>
                  <a:pt x="278625" y="225420"/>
                  <a:pt x="176686" y="177407"/>
                  <a:pt x="0" y="201545"/>
                </a:cubicBezTo>
                <a:cubicBezTo>
                  <a:pt x="41757" y="175207"/>
                  <a:pt x="91785" y="162593"/>
                  <a:pt x="123186" y="139444"/>
                </a:cubicBezTo>
                <a:cubicBezTo>
                  <a:pt x="93267" y="132159"/>
                  <a:pt x="34822" y="90197"/>
                  <a:pt x="0" y="77343"/>
                </a:cubicBezTo>
                <a:close/>
              </a:path>
            </a:pathLst>
          </a:custGeom>
          <a:noFill/>
          <a:ln w="25400">
            <a:solidFill>
              <a:srgbClr val="78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7" name="文本框 816"/>
              <p:cNvSpPr txBox="1"/>
              <p:nvPr/>
            </p:nvSpPr>
            <p:spPr>
              <a:xfrm>
                <a:off x="5604267" y="2277105"/>
                <a:ext cx="649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ℯ𝓍𝓉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17" name="文本框 8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267" y="2277105"/>
                <a:ext cx="649146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60" t="-171" r="87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7" name="文本框 836"/>
          <p:cNvSpPr txBox="1"/>
          <p:nvPr/>
        </p:nvSpPr>
        <p:spPr>
          <a:xfrm>
            <a:off x="6569155" y="2847214"/>
            <a:ext cx="2051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emantic 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ntities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" name="文本框 838"/>
              <p:cNvSpPr txBox="1"/>
              <p:nvPr/>
            </p:nvSpPr>
            <p:spPr>
              <a:xfrm>
                <a:off x="8045516" y="2877692"/>
                <a:ext cx="559263" cy="39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39" name="文本框 8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16" y="2877692"/>
                <a:ext cx="559263" cy="395301"/>
              </a:xfrm>
              <a:prstGeom prst="rect">
                <a:avLst/>
              </a:prstGeom>
              <a:blipFill rotWithShape="1">
                <a:blip r:embed="rId20"/>
                <a:stretch>
                  <a:fillRect l="-12" t="-128" r="95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1" name="文本框 840"/>
              <p:cNvSpPr txBox="1"/>
              <p:nvPr/>
            </p:nvSpPr>
            <p:spPr>
              <a:xfrm>
                <a:off x="5062102" y="2854655"/>
                <a:ext cx="626257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zh-CN" alt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41" name="文本框 8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102" y="2854655"/>
                <a:ext cx="626257" cy="391646"/>
              </a:xfrm>
              <a:prstGeom prst="rect">
                <a:avLst/>
              </a:prstGeom>
              <a:blipFill rotWithShape="1">
                <a:blip r:embed="rId21"/>
                <a:stretch>
                  <a:fillRect l="-83" t="-84" r="5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2" name="组合 841"/>
          <p:cNvGrpSpPr/>
          <p:nvPr/>
        </p:nvGrpSpPr>
        <p:grpSpPr>
          <a:xfrm>
            <a:off x="4320201" y="2369533"/>
            <a:ext cx="464662" cy="477525"/>
            <a:chOff x="-759632" y="3864608"/>
            <a:chExt cx="822320" cy="874135"/>
          </a:xfrm>
        </p:grpSpPr>
        <p:pic>
          <p:nvPicPr>
            <p:cNvPr id="843" name="图片 842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844" name="图片 843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45" name="图片 84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grpSp>
        <p:nvGrpSpPr>
          <p:cNvPr id="846" name="组合 845"/>
          <p:cNvGrpSpPr/>
          <p:nvPr/>
        </p:nvGrpSpPr>
        <p:grpSpPr>
          <a:xfrm>
            <a:off x="4913235" y="2369533"/>
            <a:ext cx="464662" cy="477525"/>
            <a:chOff x="-759632" y="3864608"/>
            <a:chExt cx="822320" cy="874135"/>
          </a:xfrm>
        </p:grpSpPr>
        <p:pic>
          <p:nvPicPr>
            <p:cNvPr id="847" name="图片 846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848" name="图片 847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49" name="图片 848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sp>
        <p:nvSpPr>
          <p:cNvPr id="858" name="文本框 857"/>
          <p:cNvSpPr txBox="1"/>
          <p:nvPr/>
        </p:nvSpPr>
        <p:spPr>
          <a:xfrm>
            <a:off x="3533605" y="2824320"/>
            <a:ext cx="1707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Chunks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" name="立方体 859"/>
          <p:cNvSpPr/>
          <p:nvPr/>
        </p:nvSpPr>
        <p:spPr>
          <a:xfrm>
            <a:off x="3655863" y="429933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1" name="立方体 860"/>
          <p:cNvSpPr/>
          <p:nvPr/>
        </p:nvSpPr>
        <p:spPr>
          <a:xfrm>
            <a:off x="3899733" y="429933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2" name="立方体 861"/>
          <p:cNvSpPr/>
          <p:nvPr/>
        </p:nvSpPr>
        <p:spPr>
          <a:xfrm>
            <a:off x="4145793" y="4299336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3" name="立方体 862"/>
          <p:cNvSpPr/>
          <p:nvPr/>
        </p:nvSpPr>
        <p:spPr>
          <a:xfrm>
            <a:off x="4391853" y="4299335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7" name="立方体 886"/>
          <p:cNvSpPr/>
          <p:nvPr/>
        </p:nvSpPr>
        <p:spPr>
          <a:xfrm>
            <a:off x="7466292" y="431873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8" name="立方体 887"/>
          <p:cNvSpPr/>
          <p:nvPr/>
        </p:nvSpPr>
        <p:spPr>
          <a:xfrm>
            <a:off x="7710162" y="431873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9" name="立方体 888"/>
          <p:cNvSpPr/>
          <p:nvPr/>
        </p:nvSpPr>
        <p:spPr>
          <a:xfrm>
            <a:off x="7956222" y="4318732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0" name="立方体 889"/>
          <p:cNvSpPr/>
          <p:nvPr/>
        </p:nvSpPr>
        <p:spPr>
          <a:xfrm>
            <a:off x="8202282" y="4318731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1" name="立方体 890"/>
          <p:cNvSpPr/>
          <p:nvPr/>
        </p:nvSpPr>
        <p:spPr>
          <a:xfrm>
            <a:off x="7509329" y="641143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2" name="立方体 891"/>
          <p:cNvSpPr/>
          <p:nvPr/>
        </p:nvSpPr>
        <p:spPr>
          <a:xfrm>
            <a:off x="7753199" y="641143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3" name="立方体 892"/>
          <p:cNvSpPr/>
          <p:nvPr/>
        </p:nvSpPr>
        <p:spPr>
          <a:xfrm>
            <a:off x="7999259" y="6411433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4" name="立方体 893"/>
          <p:cNvSpPr/>
          <p:nvPr/>
        </p:nvSpPr>
        <p:spPr>
          <a:xfrm>
            <a:off x="8257843" y="6411432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5" name="立方体 894"/>
          <p:cNvSpPr/>
          <p:nvPr/>
        </p:nvSpPr>
        <p:spPr>
          <a:xfrm>
            <a:off x="3981592" y="6564452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6" name="立方体 895"/>
          <p:cNvSpPr/>
          <p:nvPr/>
        </p:nvSpPr>
        <p:spPr>
          <a:xfrm>
            <a:off x="4225462" y="6564452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7" name="立方体 896"/>
          <p:cNvSpPr/>
          <p:nvPr/>
        </p:nvSpPr>
        <p:spPr>
          <a:xfrm>
            <a:off x="4471522" y="6564451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8" name="立方体 897"/>
          <p:cNvSpPr/>
          <p:nvPr/>
        </p:nvSpPr>
        <p:spPr>
          <a:xfrm>
            <a:off x="4717582" y="6564450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9" name="立方体 898"/>
          <p:cNvSpPr/>
          <p:nvPr/>
        </p:nvSpPr>
        <p:spPr>
          <a:xfrm>
            <a:off x="6526763" y="2383929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0" name="立方体 899"/>
          <p:cNvSpPr/>
          <p:nvPr/>
        </p:nvSpPr>
        <p:spPr>
          <a:xfrm>
            <a:off x="6770633" y="2383929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立方体 900"/>
          <p:cNvSpPr/>
          <p:nvPr/>
        </p:nvSpPr>
        <p:spPr>
          <a:xfrm>
            <a:off x="7016693" y="2383928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2" name="立方体 901"/>
          <p:cNvSpPr/>
          <p:nvPr/>
        </p:nvSpPr>
        <p:spPr>
          <a:xfrm>
            <a:off x="7262753" y="238392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立方体 902"/>
          <p:cNvSpPr/>
          <p:nvPr/>
        </p:nvSpPr>
        <p:spPr>
          <a:xfrm>
            <a:off x="7548272" y="2380465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4" name="立方体 903"/>
          <p:cNvSpPr/>
          <p:nvPr/>
        </p:nvSpPr>
        <p:spPr>
          <a:xfrm>
            <a:off x="7792142" y="2380465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立方体 904"/>
          <p:cNvSpPr/>
          <p:nvPr/>
        </p:nvSpPr>
        <p:spPr>
          <a:xfrm>
            <a:off x="8038202" y="2380464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6" name="立方体 905"/>
          <p:cNvSpPr/>
          <p:nvPr/>
        </p:nvSpPr>
        <p:spPr>
          <a:xfrm>
            <a:off x="8284262" y="238046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7" name="立方体 906"/>
          <p:cNvSpPr/>
          <p:nvPr/>
        </p:nvSpPr>
        <p:spPr>
          <a:xfrm>
            <a:off x="6524509" y="2690086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8" name="立方体 907"/>
          <p:cNvSpPr/>
          <p:nvPr/>
        </p:nvSpPr>
        <p:spPr>
          <a:xfrm>
            <a:off x="6768379" y="2690086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9" name="立方体 908"/>
          <p:cNvSpPr/>
          <p:nvPr/>
        </p:nvSpPr>
        <p:spPr>
          <a:xfrm>
            <a:off x="7014439" y="2690085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0" name="立方体 909"/>
          <p:cNvSpPr/>
          <p:nvPr/>
        </p:nvSpPr>
        <p:spPr>
          <a:xfrm>
            <a:off x="7260499" y="2690084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1" name="立方体 910"/>
          <p:cNvSpPr/>
          <p:nvPr/>
        </p:nvSpPr>
        <p:spPr>
          <a:xfrm>
            <a:off x="7545912" y="268308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2" name="立方体 911"/>
          <p:cNvSpPr/>
          <p:nvPr/>
        </p:nvSpPr>
        <p:spPr>
          <a:xfrm>
            <a:off x="7789782" y="268308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3" name="立方体 912"/>
          <p:cNvSpPr/>
          <p:nvPr/>
        </p:nvSpPr>
        <p:spPr>
          <a:xfrm>
            <a:off x="8035842" y="2683083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4" name="立方体 913"/>
          <p:cNvSpPr/>
          <p:nvPr/>
        </p:nvSpPr>
        <p:spPr>
          <a:xfrm>
            <a:off x="8281902" y="2683082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2" name="文本框 931"/>
              <p:cNvSpPr txBox="1"/>
              <p:nvPr/>
            </p:nvSpPr>
            <p:spPr>
              <a:xfrm>
                <a:off x="5041094" y="4285121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32" name="文本框 9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094" y="4285121"/>
                <a:ext cx="576869" cy="283219"/>
              </a:xfrm>
              <a:prstGeom prst="rect">
                <a:avLst/>
              </a:prstGeom>
              <a:blipFill rotWithShape="1">
                <a:blip r:embed="rId22"/>
                <a:stretch>
                  <a:fillRect l="-80" t="-50" r="20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6" name="文本框 935"/>
              <p:cNvSpPr txBox="1"/>
              <p:nvPr/>
            </p:nvSpPr>
            <p:spPr>
              <a:xfrm>
                <a:off x="3544233" y="4642133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36" name="文本框 9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33" y="4642133"/>
                <a:ext cx="930900" cy="283219"/>
              </a:xfrm>
              <a:prstGeom prst="rect">
                <a:avLst/>
              </a:prstGeom>
              <a:blipFill rotWithShape="1">
                <a:blip r:embed="rId23"/>
                <a:stretch>
                  <a:fillRect l="-32" t="-100" r="31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3" name="连接符: 曲线 942"/>
          <p:cNvCxnSpPr>
            <a:stCxn id="863" idx="4"/>
            <a:endCxn id="48" idx="0"/>
          </p:cNvCxnSpPr>
          <p:nvPr/>
        </p:nvCxnSpPr>
        <p:spPr>
          <a:xfrm>
            <a:off x="4578153" y="4422185"/>
            <a:ext cx="1382484" cy="832343"/>
          </a:xfrm>
          <a:prstGeom prst="curvedConnector2">
            <a:avLst/>
          </a:prstGeom>
          <a:ln w="38100" cmpd="dbl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连接符: 曲线 937"/>
          <p:cNvCxnSpPr>
            <a:stCxn id="863" idx="3"/>
            <a:endCxn id="45" idx="0"/>
          </p:cNvCxnSpPr>
          <p:nvPr/>
        </p:nvCxnSpPr>
        <p:spPr>
          <a:xfrm rot="16200000" flipH="1">
            <a:off x="4488706" y="4511632"/>
            <a:ext cx="825346" cy="832752"/>
          </a:xfrm>
          <a:prstGeom prst="curvedConnector3">
            <a:avLst>
              <a:gd name="adj1" fmla="val 50000"/>
            </a:avLst>
          </a:prstGeom>
          <a:ln w="38100" cmpd="dbl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连接符: 曲线 932"/>
          <p:cNvCxnSpPr>
            <a:stCxn id="862" idx="3"/>
            <a:endCxn id="42" idx="0"/>
          </p:cNvCxnSpPr>
          <p:nvPr/>
        </p:nvCxnSpPr>
        <p:spPr>
          <a:xfrm rot="16200000" flipH="1">
            <a:off x="4176931" y="4577348"/>
            <a:ext cx="520828" cy="396804"/>
          </a:xfrm>
          <a:prstGeom prst="curvedConnector3">
            <a:avLst>
              <a:gd name="adj1" fmla="val 50000"/>
            </a:avLst>
          </a:prstGeom>
          <a:ln w="38100" cmpd="dbl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连接符: 曲线 925"/>
          <p:cNvCxnSpPr>
            <a:stCxn id="863" idx="0"/>
            <a:endCxn id="26" idx="0"/>
          </p:cNvCxnSpPr>
          <p:nvPr/>
        </p:nvCxnSpPr>
        <p:spPr>
          <a:xfrm rot="16200000" flipH="1">
            <a:off x="5301551" y="3512487"/>
            <a:ext cx="141750" cy="1715447"/>
          </a:xfrm>
          <a:prstGeom prst="curvedConnector3">
            <a:avLst>
              <a:gd name="adj1" fmla="val -86011"/>
            </a:avLst>
          </a:prstGeom>
          <a:ln w="38100" cmpd="dbl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连接符: 曲线 946"/>
          <p:cNvCxnSpPr>
            <a:stCxn id="887" idx="3"/>
            <a:endCxn id="51" idx="0"/>
          </p:cNvCxnSpPr>
          <p:nvPr/>
        </p:nvCxnSpPr>
        <p:spPr>
          <a:xfrm rot="5400000">
            <a:off x="7143546" y="4501039"/>
            <a:ext cx="382202" cy="449591"/>
          </a:xfrm>
          <a:prstGeom prst="curvedConnector3">
            <a:avLst>
              <a:gd name="adj1" fmla="val 50000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0" name="文本框 949"/>
              <p:cNvSpPr txBox="1"/>
              <p:nvPr/>
            </p:nvSpPr>
            <p:spPr>
              <a:xfrm>
                <a:off x="7428913" y="4544671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50" name="文本框 9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913" y="4544671"/>
                <a:ext cx="576869" cy="283219"/>
              </a:xfrm>
              <a:prstGeom prst="rect">
                <a:avLst/>
              </a:prstGeom>
              <a:blipFill rotWithShape="1">
                <a:blip r:embed="rId24"/>
                <a:stretch>
                  <a:fillRect l="-8" t="-216" r="58" b="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" name="连接符: 曲线 951"/>
          <p:cNvCxnSpPr>
            <a:stCxn id="889" idx="3"/>
            <a:endCxn id="25" idx="0"/>
          </p:cNvCxnSpPr>
          <p:nvPr/>
        </p:nvCxnSpPr>
        <p:spPr>
          <a:xfrm rot="5400000">
            <a:off x="7249045" y="4894217"/>
            <a:ext cx="1159812" cy="440842"/>
          </a:xfrm>
          <a:prstGeom prst="curvedConnector3">
            <a:avLst>
              <a:gd name="adj1" fmla="val 34889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连接符: 曲线 955"/>
          <p:cNvCxnSpPr>
            <a:stCxn id="887" idx="0"/>
            <a:endCxn id="26" idx="0"/>
          </p:cNvCxnSpPr>
          <p:nvPr/>
        </p:nvCxnSpPr>
        <p:spPr>
          <a:xfrm rot="16200000" flipH="1" flipV="1">
            <a:off x="6848470" y="3700413"/>
            <a:ext cx="122352" cy="1358992"/>
          </a:xfrm>
          <a:prstGeom prst="curvedConnector3">
            <a:avLst>
              <a:gd name="adj1" fmla="val -62279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005631" y="4441085"/>
            <a:ext cx="449037" cy="441808"/>
            <a:chOff x="8412472" y="5074579"/>
            <a:chExt cx="449037" cy="441808"/>
          </a:xfrm>
        </p:grpSpPr>
        <p:sp>
          <p:nvSpPr>
            <p:cNvPr id="14" name="椭圆 13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4" name="文本框 973"/>
              <p:cNvSpPr txBox="1"/>
              <p:nvPr/>
            </p:nvSpPr>
            <p:spPr>
              <a:xfrm>
                <a:off x="6493811" y="4214461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74" name="文本框 9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811" y="4214461"/>
                <a:ext cx="930900" cy="283219"/>
              </a:xfrm>
              <a:prstGeom prst="rect">
                <a:avLst/>
              </a:prstGeom>
              <a:blipFill rotWithShape="1">
                <a:blip r:embed="rId25"/>
                <a:stretch>
                  <a:fillRect l="-32" t="-212" r="31" b="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5" name="连接符: 曲线 974"/>
          <p:cNvCxnSpPr>
            <a:stCxn id="893" idx="1"/>
            <a:endCxn id="25" idx="3"/>
          </p:cNvCxnSpPr>
          <p:nvPr/>
        </p:nvCxnSpPr>
        <p:spPr>
          <a:xfrm rot="16200000" flipV="1">
            <a:off x="7706302" y="6055025"/>
            <a:ext cx="520714" cy="251501"/>
          </a:xfrm>
          <a:prstGeom prst="curvedConnector2">
            <a:avLst/>
          </a:prstGeom>
          <a:ln w="38100" cmpd="dbl">
            <a:solidFill>
              <a:srgbClr val="F980FC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8" name="文本框 977"/>
              <p:cNvSpPr txBox="1"/>
              <p:nvPr/>
            </p:nvSpPr>
            <p:spPr>
              <a:xfrm>
                <a:off x="7885128" y="5712460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78" name="文本框 9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128" y="5712460"/>
                <a:ext cx="576869" cy="283219"/>
              </a:xfrm>
              <a:prstGeom prst="rect">
                <a:avLst/>
              </a:prstGeom>
              <a:blipFill rotWithShape="1">
                <a:blip r:embed="rId26"/>
                <a:stretch>
                  <a:fillRect l="-58" r="10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0" name="连接符: 曲线 979"/>
          <p:cNvCxnSpPr>
            <a:stCxn id="891" idx="3"/>
            <a:endCxn id="39" idx="3"/>
          </p:cNvCxnSpPr>
          <p:nvPr/>
        </p:nvCxnSpPr>
        <p:spPr>
          <a:xfrm rot="5400000" flipH="1">
            <a:off x="6992186" y="6017141"/>
            <a:ext cx="108002" cy="1112585"/>
          </a:xfrm>
          <a:prstGeom prst="curvedConnector4">
            <a:avLst>
              <a:gd name="adj1" fmla="val -169330"/>
              <a:gd name="adj2" fmla="val 54186"/>
            </a:avLst>
          </a:prstGeom>
          <a:ln w="38100" cmpd="dbl">
            <a:solidFill>
              <a:srgbClr val="F980F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8" name="文本框 987"/>
              <p:cNvSpPr txBox="1"/>
              <p:nvPr/>
            </p:nvSpPr>
            <p:spPr>
              <a:xfrm>
                <a:off x="7509329" y="6570960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88" name="文本框 9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329" y="6570960"/>
                <a:ext cx="930900" cy="283219"/>
              </a:xfrm>
              <a:prstGeom prst="rect">
                <a:avLst/>
              </a:prstGeom>
              <a:blipFill rotWithShape="1">
                <a:blip r:embed="rId27"/>
                <a:stretch>
                  <a:fillRect l="-49" t="-217" r="48" b="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9" name="连接符: 曲线 988"/>
          <p:cNvCxnSpPr>
            <a:stCxn id="891" idx="2"/>
            <a:endCxn id="50" idx="4"/>
          </p:cNvCxnSpPr>
          <p:nvPr/>
        </p:nvCxnSpPr>
        <p:spPr>
          <a:xfrm rot="10800000">
            <a:off x="7106575" y="5133656"/>
            <a:ext cx="402755" cy="1400629"/>
          </a:xfrm>
          <a:prstGeom prst="curvedConnector2">
            <a:avLst/>
          </a:prstGeom>
          <a:ln w="38100" cmpd="dbl">
            <a:solidFill>
              <a:srgbClr val="F980FC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连接符: 曲线 991"/>
          <p:cNvCxnSpPr>
            <a:stCxn id="898" idx="4"/>
            <a:endCxn id="45" idx="2"/>
          </p:cNvCxnSpPr>
          <p:nvPr/>
        </p:nvCxnSpPr>
        <p:spPr>
          <a:xfrm flipV="1">
            <a:off x="4903882" y="5790678"/>
            <a:ext cx="413873" cy="896622"/>
          </a:xfrm>
          <a:prstGeom prst="curvedConnector2">
            <a:avLst/>
          </a:prstGeom>
          <a:ln w="38100" cmpd="dbl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5" name="文本框 994"/>
              <p:cNvSpPr txBox="1"/>
              <p:nvPr/>
            </p:nvSpPr>
            <p:spPr>
              <a:xfrm>
                <a:off x="5119882" y="6576850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95" name="文本框 9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882" y="6576850"/>
                <a:ext cx="576869" cy="283219"/>
              </a:xfrm>
              <a:prstGeom prst="rect">
                <a:avLst/>
              </a:prstGeom>
              <a:blipFill rotWithShape="1">
                <a:blip r:embed="rId28"/>
                <a:stretch>
                  <a:fillRect l="-89" t="-55" r="29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6" name="连接符: 曲线 995"/>
          <p:cNvCxnSpPr>
            <a:stCxn id="898" idx="4"/>
            <a:endCxn id="48" idx="2"/>
          </p:cNvCxnSpPr>
          <p:nvPr/>
        </p:nvCxnSpPr>
        <p:spPr>
          <a:xfrm flipV="1">
            <a:off x="4903882" y="5604409"/>
            <a:ext cx="1056755" cy="1082891"/>
          </a:xfrm>
          <a:prstGeom prst="curvedConnector2">
            <a:avLst/>
          </a:prstGeom>
          <a:ln w="38100" cmpd="dbl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连接符: 曲线 1000"/>
          <p:cNvCxnSpPr>
            <a:stCxn id="895" idx="2"/>
            <a:endCxn id="36" idx="1"/>
          </p:cNvCxnSpPr>
          <p:nvPr/>
        </p:nvCxnSpPr>
        <p:spPr>
          <a:xfrm rot="10800000" flipH="1">
            <a:off x="3981592" y="6159072"/>
            <a:ext cx="218252" cy="528230"/>
          </a:xfrm>
          <a:prstGeom prst="curvedConnector3">
            <a:avLst>
              <a:gd name="adj1" fmla="val -104741"/>
            </a:avLst>
          </a:prstGeom>
          <a:ln w="38100" cmpd="dbl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4" name="文本框 1003"/>
              <p:cNvSpPr txBox="1"/>
              <p:nvPr/>
            </p:nvSpPr>
            <p:spPr>
              <a:xfrm>
                <a:off x="3722362" y="6273582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4" name="文本框 10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362" y="6273582"/>
                <a:ext cx="930900" cy="283219"/>
              </a:xfrm>
              <a:prstGeom prst="rect">
                <a:avLst/>
              </a:prstGeom>
              <a:blipFill rotWithShape="1">
                <a:blip r:embed="rId29"/>
                <a:stretch>
                  <a:fillRect l="-67" t="-147" r="66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8" name="文本框 1017"/>
          <p:cNvSpPr txBox="1"/>
          <p:nvPr/>
        </p:nvSpPr>
        <p:spPr>
          <a:xfrm>
            <a:off x="8680212" y="1909813"/>
            <a:ext cx="4005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Retrieval &amp;Calibrated Inference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9" name="文本框 1078"/>
          <p:cNvSpPr txBox="1"/>
          <p:nvPr/>
        </p:nvSpPr>
        <p:spPr>
          <a:xfrm>
            <a:off x="9736102" y="2297783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Memory 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5" name="组合 1154"/>
          <p:cNvGrpSpPr/>
          <p:nvPr/>
        </p:nvGrpSpPr>
        <p:grpSpPr>
          <a:xfrm>
            <a:off x="9029127" y="2686231"/>
            <a:ext cx="894970" cy="648316"/>
            <a:chOff x="8101498" y="863841"/>
            <a:chExt cx="894970" cy="648316"/>
          </a:xfrm>
        </p:grpSpPr>
        <p:pic>
          <p:nvPicPr>
            <p:cNvPr id="1089" name="图片 108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498" y="863841"/>
              <a:ext cx="639843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90" name="图片 108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5197" y="1003898"/>
              <a:ext cx="668575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114" name="图片 11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625" y="1152157"/>
              <a:ext cx="639843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143" name="组合 1142"/>
          <p:cNvGrpSpPr/>
          <p:nvPr/>
        </p:nvGrpSpPr>
        <p:grpSpPr>
          <a:xfrm>
            <a:off x="11580767" y="2653783"/>
            <a:ext cx="762421" cy="701394"/>
            <a:chOff x="-759632" y="3864608"/>
            <a:chExt cx="822320" cy="874135"/>
          </a:xfrm>
        </p:grpSpPr>
        <p:pic>
          <p:nvPicPr>
            <p:cNvPr id="1144" name="图片 1143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1145" name="图片 114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1146" name="图片 1145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sp>
        <p:nvSpPr>
          <p:cNvPr id="1151" name="图形 1149" descr="线箭头: 逆时针曲线 纯色填充"/>
          <p:cNvSpPr/>
          <p:nvPr/>
        </p:nvSpPr>
        <p:spPr>
          <a:xfrm rot="5827512">
            <a:off x="10641828" y="2688328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152" name="图形 1149" descr="线箭头: 逆时针曲线 纯色填充"/>
          <p:cNvSpPr/>
          <p:nvPr/>
        </p:nvSpPr>
        <p:spPr>
          <a:xfrm rot="16526234">
            <a:off x="10653059" y="2197637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4" name="文本框 1153"/>
              <p:cNvSpPr txBox="1"/>
              <p:nvPr/>
            </p:nvSpPr>
            <p:spPr>
              <a:xfrm>
                <a:off x="9822264" y="2823005"/>
                <a:ext cx="1938598" cy="32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𝓖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𝓹𝓸𝓵𝓪𝓻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𝓥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𝓔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0" smtClean="0"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</m:d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4" name="文本框 1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264" y="2823005"/>
                <a:ext cx="1938598" cy="327910"/>
              </a:xfrm>
              <a:prstGeom prst="rect">
                <a:avLst/>
              </a:prstGeom>
              <a:blipFill rotWithShape="1">
                <a:blip r:embed="rId30"/>
                <a:stretch>
                  <a:fillRect l="-4" t="-131" r="1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6" name="矩形: 圆角 1155"/>
          <p:cNvSpPr/>
          <p:nvPr/>
        </p:nvSpPr>
        <p:spPr>
          <a:xfrm>
            <a:off x="8859320" y="3702490"/>
            <a:ext cx="3574203" cy="1119948"/>
          </a:xfrm>
          <a:prstGeom prst="roundRect">
            <a:avLst/>
          </a:prstGeom>
          <a:solidFill>
            <a:srgbClr val="E8F3E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文本框 1156"/>
          <p:cNvSpPr txBox="1"/>
          <p:nvPr/>
        </p:nvSpPr>
        <p:spPr>
          <a:xfrm>
            <a:off x="9707527" y="3696731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Logic-Aware Retrieval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8" name="图形 509" descr="上一步 纯色填充"/>
          <p:cNvSpPr/>
          <p:nvPr/>
        </p:nvSpPr>
        <p:spPr>
          <a:xfrm rot="16982556" flipV="1">
            <a:off x="11091430" y="3449584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0" name="文本框 1159"/>
          <p:cNvSpPr txBox="1"/>
          <p:nvPr/>
        </p:nvSpPr>
        <p:spPr>
          <a:xfrm>
            <a:off x="11412833" y="3386752"/>
            <a:ext cx="1295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61" name="图形 509" descr="上一步 纯色填充"/>
          <p:cNvSpPr/>
          <p:nvPr/>
        </p:nvSpPr>
        <p:spPr>
          <a:xfrm rot="1475995" flipV="1">
            <a:off x="9869013" y="3480811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2" name="文本框 1161"/>
          <p:cNvSpPr txBox="1"/>
          <p:nvPr/>
        </p:nvSpPr>
        <p:spPr>
          <a:xfrm>
            <a:off x="8820491" y="3412521"/>
            <a:ext cx="1295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63" name="文本框 1162"/>
          <p:cNvSpPr txBox="1"/>
          <p:nvPr/>
        </p:nvSpPr>
        <p:spPr>
          <a:xfrm>
            <a:off x="8774770" y="4512802"/>
            <a:ext cx="1311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1" name="组合 1170"/>
          <p:cNvGrpSpPr/>
          <p:nvPr/>
        </p:nvGrpSpPr>
        <p:grpSpPr>
          <a:xfrm>
            <a:off x="9084957" y="4113925"/>
            <a:ext cx="671256" cy="421239"/>
            <a:chOff x="4902599" y="6070650"/>
            <a:chExt cx="671256" cy="3326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4" name="矩形: 圆角 1163"/>
            <p:cNvSpPr/>
            <p:nvPr/>
          </p:nvSpPr>
          <p:spPr>
            <a:xfrm>
              <a:off x="4902599" y="6070650"/>
              <a:ext cx="671256" cy="332635"/>
            </a:xfrm>
            <a:prstGeom prst="roundRect">
              <a:avLst/>
            </a:prstGeom>
            <a:solidFill>
              <a:srgbClr val="EEEEEE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66" name="直接连接符 1165"/>
            <p:cNvCxnSpPr/>
            <p:nvPr/>
          </p:nvCxnSpPr>
          <p:spPr>
            <a:xfrm>
              <a:off x="4978497" y="6153150"/>
              <a:ext cx="517662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直接连接符 1166"/>
            <p:cNvCxnSpPr/>
            <p:nvPr/>
          </p:nvCxnSpPr>
          <p:spPr>
            <a:xfrm>
              <a:off x="4977075" y="6229350"/>
              <a:ext cx="396142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直接连接符 1168"/>
            <p:cNvCxnSpPr/>
            <p:nvPr/>
          </p:nvCxnSpPr>
          <p:spPr>
            <a:xfrm>
              <a:off x="4984414" y="6319566"/>
              <a:ext cx="486777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2" name="组合 1171"/>
          <p:cNvGrpSpPr/>
          <p:nvPr/>
        </p:nvGrpSpPr>
        <p:grpSpPr>
          <a:xfrm>
            <a:off x="10143277" y="4079911"/>
            <a:ext cx="353640" cy="333664"/>
            <a:chOff x="6630894" y="4940389"/>
            <a:chExt cx="464756" cy="451749"/>
          </a:xfrm>
        </p:grpSpPr>
        <p:sp>
          <p:nvSpPr>
            <p:cNvPr id="1173" name="椭圆 1172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74" name="图片 117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1175" name="组合 1174"/>
          <p:cNvGrpSpPr/>
          <p:nvPr/>
        </p:nvGrpSpPr>
        <p:grpSpPr>
          <a:xfrm>
            <a:off x="10458369" y="4285861"/>
            <a:ext cx="326451" cy="311689"/>
            <a:chOff x="8412472" y="5074579"/>
            <a:chExt cx="449037" cy="441808"/>
          </a:xfrm>
        </p:grpSpPr>
        <p:sp>
          <p:nvSpPr>
            <p:cNvPr id="1176" name="椭圆 1175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77" name="图片 117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1178" name="组合 1177"/>
          <p:cNvGrpSpPr/>
          <p:nvPr/>
        </p:nvGrpSpPr>
        <p:grpSpPr>
          <a:xfrm>
            <a:off x="10750753" y="4064878"/>
            <a:ext cx="306815" cy="322322"/>
            <a:chOff x="6758192" y="4594058"/>
            <a:chExt cx="432000" cy="432000"/>
          </a:xfrm>
        </p:grpSpPr>
        <p:sp>
          <p:nvSpPr>
            <p:cNvPr id="1179" name="椭圆 1178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80" name="图片 117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sp>
        <p:nvSpPr>
          <p:cNvPr id="1182" name="文本框 1181"/>
          <p:cNvSpPr txBox="1"/>
          <p:nvPr/>
        </p:nvSpPr>
        <p:spPr>
          <a:xfrm>
            <a:off x="9977974" y="4511272"/>
            <a:ext cx="124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3" name="立方体 1182"/>
          <p:cNvSpPr/>
          <p:nvPr/>
        </p:nvSpPr>
        <p:spPr>
          <a:xfrm>
            <a:off x="11592972" y="4107902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4" name="立方体 1183"/>
          <p:cNvSpPr/>
          <p:nvPr/>
        </p:nvSpPr>
        <p:spPr>
          <a:xfrm>
            <a:off x="11858319" y="4104440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立方体 1184"/>
          <p:cNvSpPr/>
          <p:nvPr/>
        </p:nvSpPr>
        <p:spPr>
          <a:xfrm>
            <a:off x="11590718" y="4373715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立方体 1185"/>
          <p:cNvSpPr/>
          <p:nvPr/>
        </p:nvSpPr>
        <p:spPr>
          <a:xfrm>
            <a:off x="11855959" y="4366715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文本框 1186"/>
          <p:cNvSpPr txBox="1"/>
          <p:nvPr/>
        </p:nvSpPr>
        <p:spPr>
          <a:xfrm>
            <a:off x="11127876" y="4513479"/>
            <a:ext cx="138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9" name="矩形: 圆角 1188"/>
          <p:cNvSpPr/>
          <p:nvPr/>
        </p:nvSpPr>
        <p:spPr>
          <a:xfrm>
            <a:off x="8857155" y="5097835"/>
            <a:ext cx="3574203" cy="11096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8" name="箭头: 右 1187"/>
          <p:cNvSpPr/>
          <p:nvPr/>
        </p:nvSpPr>
        <p:spPr>
          <a:xfrm rot="5400000">
            <a:off x="10469108" y="4750705"/>
            <a:ext cx="374169" cy="457227"/>
          </a:xfrm>
          <a:custGeom>
            <a:avLst/>
            <a:gdLst>
              <a:gd name="csX0" fmla="*/ 0 w 374169"/>
              <a:gd name="csY0" fmla="*/ 144392 h 457227"/>
              <a:gd name="csX1" fmla="*/ 174774 w 374169"/>
              <a:gd name="csY1" fmla="*/ 144392 h 457227"/>
              <a:gd name="csX2" fmla="*/ 174774 w 374169"/>
              <a:gd name="csY2" fmla="*/ 0 h 457227"/>
              <a:gd name="csX3" fmla="*/ 374169 w 374169"/>
              <a:gd name="csY3" fmla="*/ 228614 h 457227"/>
              <a:gd name="csX4" fmla="*/ 174774 w 374169"/>
              <a:gd name="csY4" fmla="*/ 457227 h 457227"/>
              <a:gd name="csX5" fmla="*/ 174774 w 374169"/>
              <a:gd name="csY5" fmla="*/ 312835 h 457227"/>
              <a:gd name="csX6" fmla="*/ 0 w 374169"/>
              <a:gd name="csY6" fmla="*/ 312835 h 457227"/>
              <a:gd name="csX7" fmla="*/ 0 w 374169"/>
              <a:gd name="csY7" fmla="*/ 144392 h 457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4169" h="457227" extrusionOk="0">
                <a:moveTo>
                  <a:pt x="0" y="144392"/>
                </a:moveTo>
                <a:cubicBezTo>
                  <a:pt x="39794" y="142020"/>
                  <a:pt x="103063" y="147033"/>
                  <a:pt x="174774" y="144392"/>
                </a:cubicBezTo>
                <a:cubicBezTo>
                  <a:pt x="162521" y="94784"/>
                  <a:pt x="185940" y="66991"/>
                  <a:pt x="174774" y="0"/>
                </a:cubicBezTo>
                <a:cubicBezTo>
                  <a:pt x="262584" y="63066"/>
                  <a:pt x="288519" y="168194"/>
                  <a:pt x="374169" y="228614"/>
                </a:cubicBezTo>
                <a:cubicBezTo>
                  <a:pt x="296973" y="325081"/>
                  <a:pt x="239967" y="335799"/>
                  <a:pt x="174774" y="457227"/>
                </a:cubicBezTo>
                <a:cubicBezTo>
                  <a:pt x="159982" y="425490"/>
                  <a:pt x="190504" y="343698"/>
                  <a:pt x="174774" y="312835"/>
                </a:cubicBezTo>
                <a:cubicBezTo>
                  <a:pt x="134236" y="329490"/>
                  <a:pt x="64091" y="293115"/>
                  <a:pt x="0" y="312835"/>
                </a:cubicBezTo>
                <a:cubicBezTo>
                  <a:pt x="-429" y="259730"/>
                  <a:pt x="7781" y="204658"/>
                  <a:pt x="0" y="144392"/>
                </a:cubicBezTo>
                <a:close/>
              </a:path>
            </a:pathLst>
          </a:cu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90" name="图片 118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54" b="48360"/>
          <a:stretch>
            <a:fillRect/>
          </a:stretch>
        </p:blipFill>
        <p:spPr>
          <a:xfrm>
            <a:off x="555941" y="3306913"/>
            <a:ext cx="559197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1" name="图片 119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8" t="49677"/>
          <a:stretch>
            <a:fillRect/>
          </a:stretch>
        </p:blipFill>
        <p:spPr>
          <a:xfrm>
            <a:off x="1213809" y="3306564"/>
            <a:ext cx="564624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2" name="图片 119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145"/>
          <a:stretch>
            <a:fillRect/>
          </a:stretch>
        </p:blipFill>
        <p:spPr>
          <a:xfrm>
            <a:off x="1880169" y="3306271"/>
            <a:ext cx="577725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3" name="图片 119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4" b="47375"/>
          <a:stretch>
            <a:fillRect/>
          </a:stretch>
        </p:blipFill>
        <p:spPr>
          <a:xfrm>
            <a:off x="2564377" y="3306976"/>
            <a:ext cx="543776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94" name="文本框 1193"/>
              <p:cNvSpPr txBox="1"/>
              <p:nvPr/>
            </p:nvSpPr>
            <p:spPr>
              <a:xfrm>
                <a:off x="2607481" y="2409973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194" name="文本框 1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81" y="2409973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21" t="-28" r="5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5" name="文本框 1194"/>
          <p:cNvSpPr txBox="1"/>
          <p:nvPr/>
        </p:nvSpPr>
        <p:spPr>
          <a:xfrm>
            <a:off x="-292006" y="3211299"/>
            <a:ext cx="87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endParaRPr lang="en-US" altLang="zh-CN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97" name="图片 1196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4" t="28002" r="60593" b="29301"/>
          <a:stretch>
            <a:fillRect/>
          </a:stretch>
        </p:blipFill>
        <p:spPr>
          <a:xfrm>
            <a:off x="9706233" y="6289526"/>
            <a:ext cx="445595" cy="460381"/>
          </a:xfrm>
          <a:prstGeom prst="rect">
            <a:avLst/>
          </a:prstGeom>
        </p:spPr>
      </p:pic>
      <p:pic>
        <p:nvPicPr>
          <p:cNvPr id="1198" name="Picture 4" descr="DeepSeek Logo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45"/>
          <a:stretch>
            <a:fillRect/>
          </a:stretch>
        </p:blipFill>
        <p:spPr bwMode="auto">
          <a:xfrm>
            <a:off x="10270439" y="6351519"/>
            <a:ext cx="52474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9" name="Picture 6" descr="模型详情页"/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42"/>
          <a:stretch>
            <a:fillRect/>
          </a:stretch>
        </p:blipFill>
        <p:spPr bwMode="auto">
          <a:xfrm>
            <a:off x="10780635" y="6273039"/>
            <a:ext cx="666339" cy="55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0" name="Picture 8" descr="LLaVA 免费SVG、PNG 与矢量下载· LobeHub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332" y="6340696"/>
            <a:ext cx="407894" cy="40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01" name="文本框 1200"/>
              <p:cNvSpPr txBox="1"/>
              <p:nvPr/>
            </p:nvSpPr>
            <p:spPr>
              <a:xfrm>
                <a:off x="11840865" y="6225383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201" name="文本框 1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0865" y="6225383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2" t="-91" r="41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1" name="箭头: 右 1070"/>
          <p:cNvSpPr/>
          <p:nvPr/>
        </p:nvSpPr>
        <p:spPr>
          <a:xfrm>
            <a:off x="8325234" y="5954744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3" name="箭头: 右 1072"/>
          <p:cNvSpPr/>
          <p:nvPr/>
        </p:nvSpPr>
        <p:spPr>
          <a:xfrm>
            <a:off x="8341660" y="5962219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2" name="文本框 1201"/>
          <p:cNvSpPr txBox="1"/>
          <p:nvPr/>
        </p:nvSpPr>
        <p:spPr>
          <a:xfrm>
            <a:off x="10844618" y="4797705"/>
            <a:ext cx="197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Verifiable Memory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03" name="文本框 1202"/>
          <p:cNvSpPr txBox="1"/>
          <p:nvPr/>
        </p:nvSpPr>
        <p:spPr>
          <a:xfrm>
            <a:off x="9476522" y="5082113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Serialization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5" name="文本框 1204"/>
              <p:cNvSpPr txBox="1"/>
              <p:nvPr/>
            </p:nvSpPr>
            <p:spPr>
              <a:xfrm>
                <a:off x="9161410" y="5363675"/>
                <a:ext cx="3092696" cy="551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 dirty="0" smtClean="0">
                                      <a:latin typeface="Cambria Math" panose="02040503050406030204" pitchFamily="18" charset="0"/>
                                    </a:rPr>
                                    <m:t>ℐ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1400" i="0" dirty="0" smtClean="0">
                                      <a:latin typeface="Cambria Math" panose="02040503050406030204" pitchFamily="18" charset="0"/>
                                    </a:rPr>
                                    <m:t>𝓈𝓎𝓈</m:t>
                                  </m:r>
                                </m:sub>
                              </m:sSub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lit/>
                                </m:rP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limLow>
                                <m:limLowPr>
                                  <m:ctrlPr>
                                    <a:rPr lang="zh-CN" alt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𝒜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𝒜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400" i="1" dirty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ℳ</m:t>
                                      </m:r>
                                    </m:e>
                                    <m:sup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lim>
                              </m:limLow>
                              <m:r>
                                <m:rPr>
                                  <m:lit/>
                                </m:rP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b>
                          <m: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  <m:t>⊕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05" name="文本框 1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410" y="5363675"/>
                <a:ext cx="3092696" cy="551818"/>
              </a:xfrm>
              <a:prstGeom prst="rect">
                <a:avLst/>
              </a:prstGeom>
              <a:blipFill rotWithShape="1">
                <a:blip r:embed="rId35"/>
                <a:stretch>
                  <a:fillRect l="-9" t="-84" r="17" b="-38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6" name="文本框 1205"/>
          <p:cNvSpPr txBox="1"/>
          <p:nvPr/>
        </p:nvSpPr>
        <p:spPr>
          <a:xfrm>
            <a:off x="8859267" y="5851295"/>
            <a:ext cx="945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17" name="组合 1216"/>
          <p:cNvGrpSpPr/>
          <p:nvPr/>
        </p:nvGrpSpPr>
        <p:grpSpPr>
          <a:xfrm>
            <a:off x="9666648" y="5927116"/>
            <a:ext cx="216000" cy="216000"/>
            <a:chOff x="9132719" y="5931213"/>
            <a:chExt cx="216000" cy="216000"/>
          </a:xfrm>
        </p:grpSpPr>
        <p:sp>
          <p:nvSpPr>
            <p:cNvPr id="1210" name="椭圆 1209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13" name="直接连接符 1212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直接连接符 1214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9" name="文本框 1218"/>
          <p:cNvSpPr txBox="1"/>
          <p:nvPr/>
        </p:nvSpPr>
        <p:spPr>
          <a:xfrm>
            <a:off x="9857216" y="5872231"/>
            <a:ext cx="76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</a:t>
            </a:r>
            <a:endParaRPr lang="zh-CN" altLang="en-US" dirty="0"/>
          </a:p>
        </p:txBody>
      </p:sp>
      <p:grpSp>
        <p:nvGrpSpPr>
          <p:cNvPr id="1220" name="组合 1219"/>
          <p:cNvGrpSpPr/>
          <p:nvPr/>
        </p:nvGrpSpPr>
        <p:grpSpPr>
          <a:xfrm>
            <a:off x="10563871" y="5927735"/>
            <a:ext cx="216000" cy="216000"/>
            <a:chOff x="9132719" y="5931213"/>
            <a:chExt cx="216000" cy="216000"/>
          </a:xfrm>
        </p:grpSpPr>
        <p:sp>
          <p:nvSpPr>
            <p:cNvPr id="1221" name="椭圆 1220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2" name="直接连接符 1221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直接连接符 1222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4" name="文本框 1223"/>
          <p:cNvSpPr txBox="1"/>
          <p:nvPr/>
        </p:nvSpPr>
        <p:spPr>
          <a:xfrm>
            <a:off x="10739866" y="5873225"/>
            <a:ext cx="706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endParaRPr lang="zh-CN" altLang="en-US" dirty="0"/>
          </a:p>
        </p:txBody>
      </p:sp>
      <p:grpSp>
        <p:nvGrpSpPr>
          <p:cNvPr id="1225" name="组合 1224"/>
          <p:cNvGrpSpPr/>
          <p:nvPr/>
        </p:nvGrpSpPr>
        <p:grpSpPr>
          <a:xfrm>
            <a:off x="11388623" y="5922816"/>
            <a:ext cx="216000" cy="216000"/>
            <a:chOff x="9132719" y="5931213"/>
            <a:chExt cx="216000" cy="216000"/>
          </a:xfrm>
        </p:grpSpPr>
        <p:sp>
          <p:nvSpPr>
            <p:cNvPr id="1226" name="椭圆 1225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7" name="直接连接符 1226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直接连接符 1227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1" name="文本框 1230"/>
          <p:cNvSpPr txBox="1"/>
          <p:nvPr/>
        </p:nvSpPr>
        <p:spPr>
          <a:xfrm>
            <a:off x="11450324" y="5859531"/>
            <a:ext cx="945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" name="图形 509" descr="上一步 纯色填充"/>
          <p:cNvSpPr/>
          <p:nvPr/>
        </p:nvSpPr>
        <p:spPr>
          <a:xfrm rot="1475995" flipV="1">
            <a:off x="8980079" y="6205215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" name="文本框 1232"/>
          <p:cNvSpPr txBox="1"/>
          <p:nvPr/>
        </p:nvSpPr>
        <p:spPr>
          <a:xfrm>
            <a:off x="8761407" y="6478176"/>
            <a:ext cx="1078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34" name="立方体 1233"/>
          <p:cNvSpPr/>
          <p:nvPr/>
        </p:nvSpPr>
        <p:spPr>
          <a:xfrm>
            <a:off x="-444965" y="-136993"/>
            <a:ext cx="13091986" cy="1885139"/>
          </a:xfrm>
          <a:custGeom>
            <a:avLst/>
            <a:gdLst>
              <a:gd name="csX0" fmla="*/ 0 w 13091986"/>
              <a:gd name="csY0" fmla="*/ 24978 h 1885139"/>
              <a:gd name="csX1" fmla="*/ 949077 w 13091986"/>
              <a:gd name="csY1" fmla="*/ 24978 h 1885139"/>
              <a:gd name="csX2" fmla="*/ 1375475 w 13091986"/>
              <a:gd name="csY2" fmla="*/ 24978 h 1885139"/>
              <a:gd name="csX3" fmla="*/ 2063212 w 13091986"/>
              <a:gd name="csY3" fmla="*/ 24978 h 1885139"/>
              <a:gd name="csX4" fmla="*/ 2750949 w 13091986"/>
              <a:gd name="csY4" fmla="*/ 24978 h 1885139"/>
              <a:gd name="csX5" fmla="*/ 3046676 w 13091986"/>
              <a:gd name="csY5" fmla="*/ 24978 h 1885139"/>
              <a:gd name="csX6" fmla="*/ 3734413 w 13091986"/>
              <a:gd name="csY6" fmla="*/ 24978 h 1885139"/>
              <a:gd name="csX7" fmla="*/ 4291481 w 13091986"/>
              <a:gd name="csY7" fmla="*/ 24978 h 1885139"/>
              <a:gd name="csX8" fmla="*/ 5240558 w 13091986"/>
              <a:gd name="csY8" fmla="*/ 24978 h 1885139"/>
              <a:gd name="csX9" fmla="*/ 6189635 w 13091986"/>
              <a:gd name="csY9" fmla="*/ 24978 h 1885139"/>
              <a:gd name="csX10" fmla="*/ 6746703 w 13091986"/>
              <a:gd name="csY10" fmla="*/ 24978 h 1885139"/>
              <a:gd name="csX11" fmla="*/ 7695780 w 13091986"/>
              <a:gd name="csY11" fmla="*/ 24978 h 1885139"/>
              <a:gd name="csX12" fmla="*/ 8383517 w 13091986"/>
              <a:gd name="csY12" fmla="*/ 24978 h 1885139"/>
              <a:gd name="csX13" fmla="*/ 8940584 w 13091986"/>
              <a:gd name="csY13" fmla="*/ 24978 h 1885139"/>
              <a:gd name="csX14" fmla="*/ 9628322 w 13091986"/>
              <a:gd name="csY14" fmla="*/ 24978 h 1885139"/>
              <a:gd name="csX15" fmla="*/ 9924049 w 13091986"/>
              <a:gd name="csY15" fmla="*/ 24978 h 1885139"/>
              <a:gd name="csX16" fmla="*/ 10219776 w 13091986"/>
              <a:gd name="csY16" fmla="*/ 24978 h 1885139"/>
              <a:gd name="csX17" fmla="*/ 11168853 w 13091986"/>
              <a:gd name="csY17" fmla="*/ 24978 h 1885139"/>
              <a:gd name="csX18" fmla="*/ 11725920 w 13091986"/>
              <a:gd name="csY18" fmla="*/ 24978 h 1885139"/>
              <a:gd name="csX19" fmla="*/ 12413658 w 13091986"/>
              <a:gd name="csY19" fmla="*/ 24978 h 1885139"/>
              <a:gd name="csX20" fmla="*/ 13067008 w 13091986"/>
              <a:gd name="csY20" fmla="*/ 24978 h 1885139"/>
              <a:gd name="csX21" fmla="*/ 13067008 w 13091986"/>
              <a:gd name="csY21" fmla="*/ 626430 h 1885139"/>
              <a:gd name="csX22" fmla="*/ 13067008 w 13091986"/>
              <a:gd name="csY22" fmla="*/ 1190679 h 1885139"/>
              <a:gd name="csX23" fmla="*/ 13067008 w 13091986"/>
              <a:gd name="csY23" fmla="*/ 1885139 h 1885139"/>
              <a:gd name="csX24" fmla="*/ 12509941 w 13091986"/>
              <a:gd name="csY24" fmla="*/ 1885139 h 1885139"/>
              <a:gd name="csX25" fmla="*/ 11560863 w 13091986"/>
              <a:gd name="csY25" fmla="*/ 1885139 h 1885139"/>
              <a:gd name="csX26" fmla="*/ 10611786 w 13091986"/>
              <a:gd name="csY26" fmla="*/ 1885139 h 1885139"/>
              <a:gd name="csX27" fmla="*/ 10185389 w 13091986"/>
              <a:gd name="csY27" fmla="*/ 1885139 h 1885139"/>
              <a:gd name="csX28" fmla="*/ 9889662 w 13091986"/>
              <a:gd name="csY28" fmla="*/ 1885139 h 1885139"/>
              <a:gd name="csX29" fmla="*/ 9201925 w 13091986"/>
              <a:gd name="csY29" fmla="*/ 1885139 h 1885139"/>
              <a:gd name="csX30" fmla="*/ 8644857 w 13091986"/>
              <a:gd name="csY30" fmla="*/ 1885139 h 1885139"/>
              <a:gd name="csX31" fmla="*/ 8349130 w 13091986"/>
              <a:gd name="csY31" fmla="*/ 1885139 h 1885139"/>
              <a:gd name="csX32" fmla="*/ 7661393 w 13091986"/>
              <a:gd name="csY32" fmla="*/ 1885139 h 1885139"/>
              <a:gd name="csX33" fmla="*/ 7104326 w 13091986"/>
              <a:gd name="csY33" fmla="*/ 1885139 h 1885139"/>
              <a:gd name="csX34" fmla="*/ 6677929 w 13091986"/>
              <a:gd name="csY34" fmla="*/ 1885139 h 1885139"/>
              <a:gd name="csX35" fmla="*/ 5859521 w 13091986"/>
              <a:gd name="csY35" fmla="*/ 1885139 h 1885139"/>
              <a:gd name="csX36" fmla="*/ 4910444 w 13091986"/>
              <a:gd name="csY36" fmla="*/ 1885139 h 1885139"/>
              <a:gd name="csX37" fmla="*/ 4353377 w 13091986"/>
              <a:gd name="csY37" fmla="*/ 1885139 h 1885139"/>
              <a:gd name="csX38" fmla="*/ 3796310 w 13091986"/>
              <a:gd name="csY38" fmla="*/ 1885139 h 1885139"/>
              <a:gd name="csX39" fmla="*/ 3369913 w 13091986"/>
              <a:gd name="csY39" fmla="*/ 1885139 h 1885139"/>
              <a:gd name="csX40" fmla="*/ 2551505 w 13091986"/>
              <a:gd name="csY40" fmla="*/ 1885139 h 1885139"/>
              <a:gd name="csX41" fmla="*/ 2255778 w 13091986"/>
              <a:gd name="csY41" fmla="*/ 1885139 h 1885139"/>
              <a:gd name="csX42" fmla="*/ 1698711 w 13091986"/>
              <a:gd name="csY42" fmla="*/ 1885139 h 1885139"/>
              <a:gd name="csX43" fmla="*/ 1141644 w 13091986"/>
              <a:gd name="csY43" fmla="*/ 1885139 h 1885139"/>
              <a:gd name="csX44" fmla="*/ 0 w 13091986"/>
              <a:gd name="csY44" fmla="*/ 1885139 h 1885139"/>
              <a:gd name="csX45" fmla="*/ 0 w 13091986"/>
              <a:gd name="csY45" fmla="*/ 1302289 h 1885139"/>
              <a:gd name="csX46" fmla="*/ 0 w 13091986"/>
              <a:gd name="csY46" fmla="*/ 738040 h 1885139"/>
              <a:gd name="csX47" fmla="*/ 0 w 13091986"/>
              <a:gd name="csY47" fmla="*/ 24978 h 1885139"/>
              <a:gd name="csX0-1" fmla="*/ 13067008 w 13091986"/>
              <a:gd name="csY0-2" fmla="*/ 24978 h 1885139"/>
              <a:gd name="csX1-3" fmla="*/ 13091986 w 13091986"/>
              <a:gd name="csY1-4" fmla="*/ 0 h 1885139"/>
              <a:gd name="csX2-5" fmla="*/ 13091986 w 13091986"/>
              <a:gd name="csY2-6" fmla="*/ 657257 h 1885139"/>
              <a:gd name="csX3-7" fmla="*/ 13091986 w 13091986"/>
              <a:gd name="csY3-8" fmla="*/ 1221506 h 1885139"/>
              <a:gd name="csX4-9" fmla="*/ 13091986 w 13091986"/>
              <a:gd name="csY4-10" fmla="*/ 1860161 h 1885139"/>
              <a:gd name="csX5-11" fmla="*/ 13067008 w 13091986"/>
              <a:gd name="csY5-12" fmla="*/ 1885139 h 1885139"/>
              <a:gd name="csX6-13" fmla="*/ 13067008 w 13091986"/>
              <a:gd name="csY6-14" fmla="*/ 1320890 h 1885139"/>
              <a:gd name="csX7-15" fmla="*/ 13067008 w 13091986"/>
              <a:gd name="csY7-16" fmla="*/ 663633 h 1885139"/>
              <a:gd name="csX8-17" fmla="*/ 13067008 w 13091986"/>
              <a:gd name="csY8-18" fmla="*/ 24978 h 1885139"/>
              <a:gd name="csX0-19" fmla="*/ 0 w 13091986"/>
              <a:gd name="csY0-20" fmla="*/ 24978 h 1885139"/>
              <a:gd name="csX1-21" fmla="*/ 24978 w 13091986"/>
              <a:gd name="csY1-22" fmla="*/ 0 h 1885139"/>
              <a:gd name="csX2-23" fmla="*/ 582045 w 13091986"/>
              <a:gd name="csY2-24" fmla="*/ 0 h 1885139"/>
              <a:gd name="csX3-25" fmla="*/ 877772 w 13091986"/>
              <a:gd name="csY3-26" fmla="*/ 0 h 1885139"/>
              <a:gd name="csX4-27" fmla="*/ 1434839 w 13091986"/>
              <a:gd name="csY4-28" fmla="*/ 0 h 1885139"/>
              <a:gd name="csX5-29" fmla="*/ 2383917 w 13091986"/>
              <a:gd name="csY5-30" fmla="*/ 0 h 1885139"/>
              <a:gd name="csX6-31" fmla="*/ 3332994 w 13091986"/>
              <a:gd name="csY6-32" fmla="*/ 0 h 1885139"/>
              <a:gd name="csX7-33" fmla="*/ 3890061 w 13091986"/>
              <a:gd name="csY7-34" fmla="*/ 0 h 1885139"/>
              <a:gd name="csX8-35" fmla="*/ 4185788 w 13091986"/>
              <a:gd name="csY8-36" fmla="*/ 0 h 1885139"/>
              <a:gd name="csX9-37" fmla="*/ 4481515 w 13091986"/>
              <a:gd name="csY9-38" fmla="*/ 0 h 1885139"/>
              <a:gd name="csX10-39" fmla="*/ 5430593 w 13091986"/>
              <a:gd name="csY10-40" fmla="*/ 0 h 1885139"/>
              <a:gd name="csX11-41" fmla="*/ 6118330 w 13091986"/>
              <a:gd name="csY11-42" fmla="*/ 0 h 1885139"/>
              <a:gd name="csX12-43" fmla="*/ 6544727 w 13091986"/>
              <a:gd name="csY12-44" fmla="*/ 0 h 1885139"/>
              <a:gd name="csX13-45" fmla="*/ 6840454 w 13091986"/>
              <a:gd name="csY13-46" fmla="*/ 0 h 1885139"/>
              <a:gd name="csX14-47" fmla="*/ 7528192 w 13091986"/>
              <a:gd name="csY14-48" fmla="*/ 0 h 1885139"/>
              <a:gd name="csX15-49" fmla="*/ 8477269 w 13091986"/>
              <a:gd name="csY15-50" fmla="*/ 0 h 1885139"/>
              <a:gd name="csX16-51" fmla="*/ 9165006 w 13091986"/>
              <a:gd name="csY16-52" fmla="*/ 0 h 1885139"/>
              <a:gd name="csX17-53" fmla="*/ 9983414 w 13091986"/>
              <a:gd name="csY17-54" fmla="*/ 0 h 1885139"/>
              <a:gd name="csX18-55" fmla="*/ 10932491 w 13091986"/>
              <a:gd name="csY18-56" fmla="*/ 0 h 1885139"/>
              <a:gd name="csX19-57" fmla="*/ 11750898 w 13091986"/>
              <a:gd name="csY19-58" fmla="*/ 0 h 1885139"/>
              <a:gd name="csX20-59" fmla="*/ 12046625 w 13091986"/>
              <a:gd name="csY20-60" fmla="*/ 0 h 1885139"/>
              <a:gd name="csX21-61" fmla="*/ 12342352 w 13091986"/>
              <a:gd name="csY21-62" fmla="*/ 0 h 1885139"/>
              <a:gd name="csX22-63" fmla="*/ 13091986 w 13091986"/>
              <a:gd name="csY22-64" fmla="*/ 0 h 1885139"/>
              <a:gd name="csX23-65" fmla="*/ 13067008 w 13091986"/>
              <a:gd name="csY23-66" fmla="*/ 24978 h 1885139"/>
              <a:gd name="csX24-67" fmla="*/ 12509941 w 13091986"/>
              <a:gd name="csY24-68" fmla="*/ 24978 h 1885139"/>
              <a:gd name="csX25-69" fmla="*/ 11952874 w 13091986"/>
              <a:gd name="csY25-70" fmla="*/ 24978 h 1885139"/>
              <a:gd name="csX26-71" fmla="*/ 11003796 w 13091986"/>
              <a:gd name="csY26-72" fmla="*/ 24978 h 1885139"/>
              <a:gd name="csX27-73" fmla="*/ 10316059 w 13091986"/>
              <a:gd name="csY27-74" fmla="*/ 24978 h 1885139"/>
              <a:gd name="csX28-75" fmla="*/ 9889662 w 13091986"/>
              <a:gd name="csY28-76" fmla="*/ 24978 h 1885139"/>
              <a:gd name="csX29-77" fmla="*/ 9201925 w 13091986"/>
              <a:gd name="csY29-78" fmla="*/ 24978 h 1885139"/>
              <a:gd name="csX30-79" fmla="*/ 8906198 w 13091986"/>
              <a:gd name="csY30-80" fmla="*/ 24978 h 1885139"/>
              <a:gd name="csX31-81" fmla="*/ 8349130 w 13091986"/>
              <a:gd name="csY31-82" fmla="*/ 24978 h 1885139"/>
              <a:gd name="csX32-83" fmla="*/ 7530723 w 13091986"/>
              <a:gd name="csY32-84" fmla="*/ 24978 h 1885139"/>
              <a:gd name="csX33-85" fmla="*/ 7234996 w 13091986"/>
              <a:gd name="csY33-86" fmla="*/ 24978 h 1885139"/>
              <a:gd name="csX34-87" fmla="*/ 6808599 w 13091986"/>
              <a:gd name="csY34-88" fmla="*/ 24978 h 1885139"/>
              <a:gd name="csX35-89" fmla="*/ 6120862 w 13091986"/>
              <a:gd name="csY35-90" fmla="*/ 24978 h 1885139"/>
              <a:gd name="csX36-91" fmla="*/ 5563794 w 13091986"/>
              <a:gd name="csY36-92" fmla="*/ 24978 h 1885139"/>
              <a:gd name="csX37-93" fmla="*/ 5137397 w 13091986"/>
              <a:gd name="csY37-94" fmla="*/ 24978 h 1885139"/>
              <a:gd name="csX38-95" fmla="*/ 4318990 w 13091986"/>
              <a:gd name="csY38-96" fmla="*/ 24978 h 1885139"/>
              <a:gd name="csX39-97" fmla="*/ 4023263 w 13091986"/>
              <a:gd name="csY39-98" fmla="*/ 24978 h 1885139"/>
              <a:gd name="csX40-99" fmla="*/ 3204856 w 13091986"/>
              <a:gd name="csY40-100" fmla="*/ 24978 h 1885139"/>
              <a:gd name="csX41-101" fmla="*/ 2778459 w 13091986"/>
              <a:gd name="csY41-102" fmla="*/ 24978 h 1885139"/>
              <a:gd name="csX42-103" fmla="*/ 1960051 w 13091986"/>
              <a:gd name="csY42-104" fmla="*/ 24978 h 1885139"/>
              <a:gd name="csX43-105" fmla="*/ 1402984 w 13091986"/>
              <a:gd name="csY43-106" fmla="*/ 24978 h 1885139"/>
              <a:gd name="csX44-107" fmla="*/ 584577 w 13091986"/>
              <a:gd name="csY44-108" fmla="*/ 24978 h 1885139"/>
              <a:gd name="csX45-109" fmla="*/ 0 w 13091986"/>
              <a:gd name="csY45-110" fmla="*/ 24978 h 1885139"/>
              <a:gd name="csX0-111" fmla="*/ 0 w 13091986"/>
              <a:gd name="csY0-112" fmla="*/ 24978 h 1885139"/>
              <a:gd name="csX1-113" fmla="*/ 24978 w 13091986"/>
              <a:gd name="csY1-114" fmla="*/ 0 h 1885139"/>
              <a:gd name="csX2-115" fmla="*/ 712715 w 13091986"/>
              <a:gd name="csY2-116" fmla="*/ 0 h 1885139"/>
              <a:gd name="csX3-117" fmla="*/ 1531123 w 13091986"/>
              <a:gd name="csY3-118" fmla="*/ 0 h 1885139"/>
              <a:gd name="csX4-119" fmla="*/ 2349530 w 13091986"/>
              <a:gd name="csY4-120" fmla="*/ 0 h 1885139"/>
              <a:gd name="csX5-121" fmla="*/ 2906597 w 13091986"/>
              <a:gd name="csY5-122" fmla="*/ 0 h 1885139"/>
              <a:gd name="csX6-123" fmla="*/ 3463664 w 13091986"/>
              <a:gd name="csY6-124" fmla="*/ 0 h 1885139"/>
              <a:gd name="csX7-125" fmla="*/ 3759391 w 13091986"/>
              <a:gd name="csY7-126" fmla="*/ 0 h 1885139"/>
              <a:gd name="csX8-127" fmla="*/ 4708469 w 13091986"/>
              <a:gd name="csY8-128" fmla="*/ 0 h 1885139"/>
              <a:gd name="csX9-129" fmla="*/ 5134866 w 13091986"/>
              <a:gd name="csY9-130" fmla="*/ 0 h 1885139"/>
              <a:gd name="csX10-131" fmla="*/ 5691933 w 13091986"/>
              <a:gd name="csY10-132" fmla="*/ 0 h 1885139"/>
              <a:gd name="csX11-133" fmla="*/ 5987660 w 13091986"/>
              <a:gd name="csY11-134" fmla="*/ 0 h 1885139"/>
              <a:gd name="csX12-135" fmla="*/ 6675397 w 13091986"/>
              <a:gd name="csY12-136" fmla="*/ 0 h 1885139"/>
              <a:gd name="csX13-137" fmla="*/ 7624475 w 13091986"/>
              <a:gd name="csY13-138" fmla="*/ 0 h 1885139"/>
              <a:gd name="csX14-139" fmla="*/ 8050872 w 13091986"/>
              <a:gd name="csY14-140" fmla="*/ 0 h 1885139"/>
              <a:gd name="csX15-141" fmla="*/ 8346599 w 13091986"/>
              <a:gd name="csY15-142" fmla="*/ 0 h 1885139"/>
              <a:gd name="csX16-143" fmla="*/ 8642326 w 13091986"/>
              <a:gd name="csY16-144" fmla="*/ 0 h 1885139"/>
              <a:gd name="csX17-145" fmla="*/ 9330063 w 13091986"/>
              <a:gd name="csY17-146" fmla="*/ 0 h 1885139"/>
              <a:gd name="csX18-147" fmla="*/ 9625790 w 13091986"/>
              <a:gd name="csY18-148" fmla="*/ 0 h 1885139"/>
              <a:gd name="csX19-149" fmla="*/ 10313527 w 13091986"/>
              <a:gd name="csY19-150" fmla="*/ 0 h 1885139"/>
              <a:gd name="csX20-151" fmla="*/ 11262605 w 13091986"/>
              <a:gd name="csY20-152" fmla="*/ 0 h 1885139"/>
              <a:gd name="csX21-153" fmla="*/ 12081012 w 13091986"/>
              <a:gd name="csY21-154" fmla="*/ 0 h 1885139"/>
              <a:gd name="csX22-155" fmla="*/ 13091986 w 13091986"/>
              <a:gd name="csY22-156" fmla="*/ 0 h 1885139"/>
              <a:gd name="csX23-157" fmla="*/ 13091986 w 13091986"/>
              <a:gd name="csY23-158" fmla="*/ 620054 h 1885139"/>
              <a:gd name="csX24-159" fmla="*/ 13091986 w 13091986"/>
              <a:gd name="csY24-160" fmla="*/ 1184303 h 1885139"/>
              <a:gd name="csX25-161" fmla="*/ 13091986 w 13091986"/>
              <a:gd name="csY25-162" fmla="*/ 1860161 h 1885139"/>
              <a:gd name="csX26-163" fmla="*/ 13067008 w 13091986"/>
              <a:gd name="csY26-164" fmla="*/ 1885139 h 1885139"/>
              <a:gd name="csX27-165" fmla="*/ 12640611 w 13091986"/>
              <a:gd name="csY27-166" fmla="*/ 1885139 h 1885139"/>
              <a:gd name="csX28-167" fmla="*/ 12214214 w 13091986"/>
              <a:gd name="csY28-168" fmla="*/ 1885139 h 1885139"/>
              <a:gd name="csX29-169" fmla="*/ 11657147 w 13091986"/>
              <a:gd name="csY29-170" fmla="*/ 1885139 h 1885139"/>
              <a:gd name="csX30-171" fmla="*/ 10838739 w 13091986"/>
              <a:gd name="csY30-172" fmla="*/ 1885139 h 1885139"/>
              <a:gd name="csX31-173" fmla="*/ 10281672 w 13091986"/>
              <a:gd name="csY31-174" fmla="*/ 1885139 h 1885139"/>
              <a:gd name="csX32-175" fmla="*/ 9463265 w 13091986"/>
              <a:gd name="csY32-176" fmla="*/ 1885139 h 1885139"/>
              <a:gd name="csX33-177" fmla="*/ 8644857 w 13091986"/>
              <a:gd name="csY33-178" fmla="*/ 1885139 h 1885139"/>
              <a:gd name="csX34-179" fmla="*/ 8349130 w 13091986"/>
              <a:gd name="csY34-180" fmla="*/ 1885139 h 1885139"/>
              <a:gd name="csX35-181" fmla="*/ 7530723 w 13091986"/>
              <a:gd name="csY35-182" fmla="*/ 1885139 h 1885139"/>
              <a:gd name="csX36-183" fmla="*/ 6581646 w 13091986"/>
              <a:gd name="csY36-184" fmla="*/ 1885139 h 1885139"/>
              <a:gd name="csX37-185" fmla="*/ 6155249 w 13091986"/>
              <a:gd name="csY37-186" fmla="*/ 1885139 h 1885139"/>
              <a:gd name="csX38-187" fmla="*/ 5859521 w 13091986"/>
              <a:gd name="csY38-188" fmla="*/ 1885139 h 1885139"/>
              <a:gd name="csX39-189" fmla="*/ 4910444 w 13091986"/>
              <a:gd name="csY39-190" fmla="*/ 1885139 h 1885139"/>
              <a:gd name="csX40-191" fmla="*/ 3961367 w 13091986"/>
              <a:gd name="csY40-192" fmla="*/ 1885139 h 1885139"/>
              <a:gd name="csX41-193" fmla="*/ 3665640 w 13091986"/>
              <a:gd name="csY41-194" fmla="*/ 1885139 h 1885139"/>
              <a:gd name="csX42-195" fmla="*/ 3239243 w 13091986"/>
              <a:gd name="csY42-196" fmla="*/ 1885139 h 1885139"/>
              <a:gd name="csX43-197" fmla="*/ 2551505 w 13091986"/>
              <a:gd name="csY43-198" fmla="*/ 1885139 h 1885139"/>
              <a:gd name="csX44-199" fmla="*/ 1994438 w 13091986"/>
              <a:gd name="csY44-200" fmla="*/ 1885139 h 1885139"/>
              <a:gd name="csX45-201" fmla="*/ 1306701 w 13091986"/>
              <a:gd name="csY45-202" fmla="*/ 1885139 h 1885139"/>
              <a:gd name="csX46-203" fmla="*/ 618964 w 13091986"/>
              <a:gd name="csY46-204" fmla="*/ 1885139 h 1885139"/>
              <a:gd name="csX47-205" fmla="*/ 0 w 13091986"/>
              <a:gd name="csY47-206" fmla="*/ 1885139 h 1885139"/>
              <a:gd name="csX48" fmla="*/ 0 w 13091986"/>
              <a:gd name="csY48" fmla="*/ 1302289 h 1885139"/>
              <a:gd name="csX49" fmla="*/ 0 w 13091986"/>
              <a:gd name="csY49" fmla="*/ 700836 h 1885139"/>
              <a:gd name="csX50" fmla="*/ 0 w 13091986"/>
              <a:gd name="csY50" fmla="*/ 24978 h 1885139"/>
              <a:gd name="csX51" fmla="*/ 0 w 13091986"/>
              <a:gd name="csY51" fmla="*/ 24978 h 1885139"/>
              <a:gd name="csX52" fmla="*/ 426397 w 13091986"/>
              <a:gd name="csY52" fmla="*/ 24978 h 1885139"/>
              <a:gd name="csX53" fmla="*/ 1375475 w 13091986"/>
              <a:gd name="csY53" fmla="*/ 24978 h 1885139"/>
              <a:gd name="csX54" fmla="*/ 1801872 w 13091986"/>
              <a:gd name="csY54" fmla="*/ 24978 h 1885139"/>
              <a:gd name="csX55" fmla="*/ 2358939 w 13091986"/>
              <a:gd name="csY55" fmla="*/ 24978 h 1885139"/>
              <a:gd name="csX56" fmla="*/ 2654666 w 13091986"/>
              <a:gd name="csY56" fmla="*/ 24978 h 1885139"/>
              <a:gd name="csX57" fmla="*/ 3211733 w 13091986"/>
              <a:gd name="csY57" fmla="*/ 24978 h 1885139"/>
              <a:gd name="csX58" fmla="*/ 3768800 w 13091986"/>
              <a:gd name="csY58" fmla="*/ 24978 h 1885139"/>
              <a:gd name="csX59" fmla="*/ 4325867 w 13091986"/>
              <a:gd name="csY59" fmla="*/ 24978 h 1885139"/>
              <a:gd name="csX60" fmla="*/ 4882935 w 13091986"/>
              <a:gd name="csY60" fmla="*/ 24978 h 1885139"/>
              <a:gd name="csX61" fmla="*/ 5440002 w 13091986"/>
              <a:gd name="csY61" fmla="*/ 24978 h 1885139"/>
              <a:gd name="csX62" fmla="*/ 6258409 w 13091986"/>
              <a:gd name="csY62" fmla="*/ 24978 h 1885139"/>
              <a:gd name="csX63" fmla="*/ 6946146 w 13091986"/>
              <a:gd name="csY63" fmla="*/ 24978 h 1885139"/>
              <a:gd name="csX64" fmla="*/ 7241873 w 13091986"/>
              <a:gd name="csY64" fmla="*/ 24978 h 1885139"/>
              <a:gd name="csX65" fmla="*/ 7668270 w 13091986"/>
              <a:gd name="csY65" fmla="*/ 24978 h 1885139"/>
              <a:gd name="csX66" fmla="*/ 8225338 w 13091986"/>
              <a:gd name="csY66" fmla="*/ 24978 h 1885139"/>
              <a:gd name="csX67" fmla="*/ 9174415 w 13091986"/>
              <a:gd name="csY67" fmla="*/ 24978 h 1885139"/>
              <a:gd name="csX68" fmla="*/ 9992822 w 13091986"/>
              <a:gd name="csY68" fmla="*/ 24978 h 1885139"/>
              <a:gd name="csX69" fmla="*/ 10941900 w 13091986"/>
              <a:gd name="csY69" fmla="*/ 24978 h 1885139"/>
              <a:gd name="csX70" fmla="*/ 11629637 w 13091986"/>
              <a:gd name="csY70" fmla="*/ 24978 h 1885139"/>
              <a:gd name="csX71" fmla="*/ 13067008 w 13091986"/>
              <a:gd name="csY71" fmla="*/ 24978 h 1885139"/>
              <a:gd name="csX72" fmla="*/ 13091986 w 13091986"/>
              <a:gd name="csY72" fmla="*/ 0 h 1885139"/>
              <a:gd name="csX73" fmla="*/ 13067008 w 13091986"/>
              <a:gd name="csY73" fmla="*/ 24978 h 1885139"/>
              <a:gd name="csX74" fmla="*/ 13067008 w 13091986"/>
              <a:gd name="csY74" fmla="*/ 589227 h 1885139"/>
              <a:gd name="csX75" fmla="*/ 13067008 w 13091986"/>
              <a:gd name="csY75" fmla="*/ 1190679 h 1885139"/>
              <a:gd name="csX76" fmla="*/ 13067008 w 13091986"/>
              <a:gd name="csY76" fmla="*/ 1885139 h 188513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37" y="csY9-38"/>
              </a:cxn>
              <a:cxn ang="0">
                <a:pos x="csX10-39" y="csY10-40"/>
              </a:cxn>
              <a:cxn ang="0">
                <a:pos x="csX11-41" y="csY11-42"/>
              </a:cxn>
              <a:cxn ang="0">
                <a:pos x="csX12-43" y="csY12-44"/>
              </a:cxn>
              <a:cxn ang="0">
                <a:pos x="csX13-45" y="csY13-46"/>
              </a:cxn>
              <a:cxn ang="0">
                <a:pos x="csX14-47" y="csY14-48"/>
              </a:cxn>
              <a:cxn ang="0">
                <a:pos x="csX15-49" y="csY15-50"/>
              </a:cxn>
              <a:cxn ang="0">
                <a:pos x="csX16-51" y="csY16-52"/>
              </a:cxn>
              <a:cxn ang="0">
                <a:pos x="csX17-53" y="csY17-54"/>
              </a:cxn>
              <a:cxn ang="0">
                <a:pos x="csX18-55" y="csY18-56"/>
              </a:cxn>
              <a:cxn ang="0">
                <a:pos x="csX19-57" y="csY19-58"/>
              </a:cxn>
              <a:cxn ang="0">
                <a:pos x="csX20-59" y="csY20-60"/>
              </a:cxn>
              <a:cxn ang="0">
                <a:pos x="csX21-61" y="csY21-62"/>
              </a:cxn>
              <a:cxn ang="0">
                <a:pos x="csX22-63" y="csY22-64"/>
              </a:cxn>
              <a:cxn ang="0">
                <a:pos x="csX23-65" y="csY23-66"/>
              </a:cxn>
              <a:cxn ang="0">
                <a:pos x="csX24-67" y="csY24-68"/>
              </a:cxn>
              <a:cxn ang="0">
                <a:pos x="csX25-69" y="csY25-70"/>
              </a:cxn>
              <a:cxn ang="0">
                <a:pos x="csX26-71" y="csY26-72"/>
              </a:cxn>
              <a:cxn ang="0">
                <a:pos x="csX27-73" y="csY27-74"/>
              </a:cxn>
              <a:cxn ang="0">
                <a:pos x="csX28-75" y="csY28-76"/>
              </a:cxn>
              <a:cxn ang="0">
                <a:pos x="csX29-77" y="csY29-78"/>
              </a:cxn>
              <a:cxn ang="0">
                <a:pos x="csX30-79" y="csY30-80"/>
              </a:cxn>
              <a:cxn ang="0">
                <a:pos x="csX31-81" y="csY31-82"/>
              </a:cxn>
              <a:cxn ang="0">
                <a:pos x="csX32-83" y="csY32-84"/>
              </a:cxn>
              <a:cxn ang="0">
                <a:pos x="csX33-85" y="csY33-86"/>
              </a:cxn>
              <a:cxn ang="0">
                <a:pos x="csX34-87" y="csY34-88"/>
              </a:cxn>
              <a:cxn ang="0">
                <a:pos x="csX35-89" y="csY35-90"/>
              </a:cxn>
              <a:cxn ang="0">
                <a:pos x="csX36-91" y="csY36-92"/>
              </a:cxn>
              <a:cxn ang="0">
                <a:pos x="csX37-93" y="csY37-94"/>
              </a:cxn>
              <a:cxn ang="0">
                <a:pos x="csX38-95" y="csY38-96"/>
              </a:cxn>
              <a:cxn ang="0">
                <a:pos x="csX39-97" y="csY39-98"/>
              </a:cxn>
              <a:cxn ang="0">
                <a:pos x="csX40-99" y="csY40-100"/>
              </a:cxn>
              <a:cxn ang="0">
                <a:pos x="csX41-101" y="csY41-102"/>
              </a:cxn>
              <a:cxn ang="0">
                <a:pos x="csX42-103" y="csY42-104"/>
              </a:cxn>
              <a:cxn ang="0">
                <a:pos x="csX43-105" y="csY43-106"/>
              </a:cxn>
              <a:cxn ang="0">
                <a:pos x="csX44-107" y="csY44-108"/>
              </a:cxn>
              <a:cxn ang="0">
                <a:pos x="csX45-109" y="csY45-110"/>
              </a:cxn>
              <a:cxn ang="0">
                <a:pos x="csX46-203" y="csY46-204"/>
              </a:cxn>
              <a:cxn ang="0">
                <a:pos x="csX47-205" y="csY47-206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</a:cxnLst>
            <a:rect l="l" t="t" r="r" b="b"/>
            <a:pathLst>
              <a:path w="13091986" h="1885139" stroke="0" extrusionOk="0">
                <a:moveTo>
                  <a:pt x="0" y="24978"/>
                </a:moveTo>
                <a:cubicBezTo>
                  <a:pt x="316471" y="7478"/>
                  <a:pt x="616182" y="21841"/>
                  <a:pt x="949077" y="24978"/>
                </a:cubicBezTo>
                <a:cubicBezTo>
                  <a:pt x="1281972" y="28115"/>
                  <a:pt x="1174736" y="29311"/>
                  <a:pt x="1375475" y="24978"/>
                </a:cubicBezTo>
                <a:cubicBezTo>
                  <a:pt x="1576214" y="20645"/>
                  <a:pt x="1732912" y="17347"/>
                  <a:pt x="2063212" y="24978"/>
                </a:cubicBezTo>
                <a:cubicBezTo>
                  <a:pt x="2393512" y="32609"/>
                  <a:pt x="2608201" y="1072"/>
                  <a:pt x="2750949" y="24978"/>
                </a:cubicBezTo>
                <a:cubicBezTo>
                  <a:pt x="2893697" y="48884"/>
                  <a:pt x="2925808" y="20316"/>
                  <a:pt x="3046676" y="24978"/>
                </a:cubicBezTo>
                <a:cubicBezTo>
                  <a:pt x="3167544" y="29640"/>
                  <a:pt x="3494647" y="53075"/>
                  <a:pt x="3734413" y="24978"/>
                </a:cubicBezTo>
                <a:cubicBezTo>
                  <a:pt x="3974179" y="-3119"/>
                  <a:pt x="4060222" y="18404"/>
                  <a:pt x="4291481" y="24978"/>
                </a:cubicBezTo>
                <a:cubicBezTo>
                  <a:pt x="4522740" y="31552"/>
                  <a:pt x="4987831" y="11451"/>
                  <a:pt x="5240558" y="24978"/>
                </a:cubicBezTo>
                <a:cubicBezTo>
                  <a:pt x="5493285" y="38505"/>
                  <a:pt x="5781229" y="51150"/>
                  <a:pt x="6189635" y="24978"/>
                </a:cubicBezTo>
                <a:cubicBezTo>
                  <a:pt x="6598041" y="-1194"/>
                  <a:pt x="6549362" y="9538"/>
                  <a:pt x="6746703" y="24978"/>
                </a:cubicBezTo>
                <a:cubicBezTo>
                  <a:pt x="6944044" y="40418"/>
                  <a:pt x="7227514" y="60542"/>
                  <a:pt x="7695780" y="24978"/>
                </a:cubicBezTo>
                <a:cubicBezTo>
                  <a:pt x="8164046" y="-10586"/>
                  <a:pt x="8093898" y="29451"/>
                  <a:pt x="8383517" y="24978"/>
                </a:cubicBezTo>
                <a:cubicBezTo>
                  <a:pt x="8673136" y="20505"/>
                  <a:pt x="8696840" y="21701"/>
                  <a:pt x="8940584" y="24978"/>
                </a:cubicBezTo>
                <a:cubicBezTo>
                  <a:pt x="9184328" y="28255"/>
                  <a:pt x="9329939" y="45475"/>
                  <a:pt x="9628322" y="24978"/>
                </a:cubicBezTo>
                <a:cubicBezTo>
                  <a:pt x="9926705" y="4481"/>
                  <a:pt x="9806683" y="16215"/>
                  <a:pt x="9924049" y="24978"/>
                </a:cubicBezTo>
                <a:cubicBezTo>
                  <a:pt x="10041415" y="33741"/>
                  <a:pt x="10153939" y="21118"/>
                  <a:pt x="10219776" y="24978"/>
                </a:cubicBezTo>
                <a:cubicBezTo>
                  <a:pt x="10285613" y="28838"/>
                  <a:pt x="10815918" y="19616"/>
                  <a:pt x="11168853" y="24978"/>
                </a:cubicBezTo>
                <a:cubicBezTo>
                  <a:pt x="11521788" y="30340"/>
                  <a:pt x="11481780" y="18750"/>
                  <a:pt x="11725920" y="24978"/>
                </a:cubicBezTo>
                <a:cubicBezTo>
                  <a:pt x="11970060" y="31206"/>
                  <a:pt x="12204081" y="13394"/>
                  <a:pt x="12413658" y="24978"/>
                </a:cubicBezTo>
                <a:cubicBezTo>
                  <a:pt x="12623235" y="36562"/>
                  <a:pt x="12931815" y="20921"/>
                  <a:pt x="13067008" y="24978"/>
                </a:cubicBezTo>
                <a:cubicBezTo>
                  <a:pt x="13063585" y="163851"/>
                  <a:pt x="13058020" y="366530"/>
                  <a:pt x="13067008" y="626430"/>
                </a:cubicBezTo>
                <a:cubicBezTo>
                  <a:pt x="13075996" y="886330"/>
                  <a:pt x="13052444" y="1060426"/>
                  <a:pt x="13067008" y="1190679"/>
                </a:cubicBezTo>
                <a:cubicBezTo>
                  <a:pt x="13081572" y="1320932"/>
                  <a:pt x="13061370" y="1674946"/>
                  <a:pt x="13067008" y="1885139"/>
                </a:cubicBezTo>
                <a:cubicBezTo>
                  <a:pt x="12873389" y="1909405"/>
                  <a:pt x="12687340" y="1883870"/>
                  <a:pt x="12509941" y="1885139"/>
                </a:cubicBezTo>
                <a:cubicBezTo>
                  <a:pt x="12332542" y="1886408"/>
                  <a:pt x="11892824" y="1879720"/>
                  <a:pt x="11560863" y="1885139"/>
                </a:cubicBezTo>
                <a:cubicBezTo>
                  <a:pt x="11228902" y="1890558"/>
                  <a:pt x="10963157" y="1863445"/>
                  <a:pt x="10611786" y="1885139"/>
                </a:cubicBezTo>
                <a:cubicBezTo>
                  <a:pt x="10260415" y="1906833"/>
                  <a:pt x="10381486" y="1879443"/>
                  <a:pt x="10185389" y="1885139"/>
                </a:cubicBezTo>
                <a:cubicBezTo>
                  <a:pt x="9989292" y="1890835"/>
                  <a:pt x="10031157" y="1875254"/>
                  <a:pt x="9889662" y="1885139"/>
                </a:cubicBezTo>
                <a:cubicBezTo>
                  <a:pt x="9748167" y="1895024"/>
                  <a:pt x="9481441" y="1908164"/>
                  <a:pt x="9201925" y="1885139"/>
                </a:cubicBezTo>
                <a:cubicBezTo>
                  <a:pt x="8922409" y="1862114"/>
                  <a:pt x="8830264" y="1907393"/>
                  <a:pt x="8644857" y="1885139"/>
                </a:cubicBezTo>
                <a:cubicBezTo>
                  <a:pt x="8459450" y="1862885"/>
                  <a:pt x="8468417" y="1888111"/>
                  <a:pt x="8349130" y="1885139"/>
                </a:cubicBezTo>
                <a:cubicBezTo>
                  <a:pt x="8229843" y="1882167"/>
                  <a:pt x="7982188" y="1896657"/>
                  <a:pt x="7661393" y="1885139"/>
                </a:cubicBezTo>
                <a:cubicBezTo>
                  <a:pt x="7340598" y="1873621"/>
                  <a:pt x="7286901" y="1905769"/>
                  <a:pt x="7104326" y="1885139"/>
                </a:cubicBezTo>
                <a:cubicBezTo>
                  <a:pt x="6921751" y="1864509"/>
                  <a:pt x="6794023" y="1876775"/>
                  <a:pt x="6677929" y="1885139"/>
                </a:cubicBezTo>
                <a:cubicBezTo>
                  <a:pt x="6561835" y="1893503"/>
                  <a:pt x="6191705" y="1915627"/>
                  <a:pt x="5859521" y="1885139"/>
                </a:cubicBezTo>
                <a:cubicBezTo>
                  <a:pt x="5527337" y="1854651"/>
                  <a:pt x="5293756" y="1915682"/>
                  <a:pt x="4910444" y="1885139"/>
                </a:cubicBezTo>
                <a:cubicBezTo>
                  <a:pt x="4527132" y="1854596"/>
                  <a:pt x="4618702" y="1890223"/>
                  <a:pt x="4353377" y="1885139"/>
                </a:cubicBezTo>
                <a:cubicBezTo>
                  <a:pt x="4088052" y="1880055"/>
                  <a:pt x="4045076" y="1904591"/>
                  <a:pt x="3796310" y="1885139"/>
                </a:cubicBezTo>
                <a:cubicBezTo>
                  <a:pt x="3547544" y="1865687"/>
                  <a:pt x="3455605" y="1873370"/>
                  <a:pt x="3369913" y="1885139"/>
                </a:cubicBezTo>
                <a:cubicBezTo>
                  <a:pt x="3284221" y="1896908"/>
                  <a:pt x="2862401" y="1879247"/>
                  <a:pt x="2551505" y="1885139"/>
                </a:cubicBezTo>
                <a:cubicBezTo>
                  <a:pt x="2240609" y="1891031"/>
                  <a:pt x="2354889" y="1895637"/>
                  <a:pt x="2255778" y="1885139"/>
                </a:cubicBezTo>
                <a:cubicBezTo>
                  <a:pt x="2156667" y="1874641"/>
                  <a:pt x="1862179" y="1904066"/>
                  <a:pt x="1698711" y="1885139"/>
                </a:cubicBezTo>
                <a:cubicBezTo>
                  <a:pt x="1535243" y="1866212"/>
                  <a:pt x="1262363" y="1857529"/>
                  <a:pt x="1141644" y="1885139"/>
                </a:cubicBezTo>
                <a:cubicBezTo>
                  <a:pt x="1020925" y="1912749"/>
                  <a:pt x="527645" y="1898878"/>
                  <a:pt x="0" y="1885139"/>
                </a:cubicBezTo>
                <a:cubicBezTo>
                  <a:pt x="-23441" y="1749445"/>
                  <a:pt x="-9356" y="1452458"/>
                  <a:pt x="0" y="1302289"/>
                </a:cubicBezTo>
                <a:cubicBezTo>
                  <a:pt x="9356" y="1152120"/>
                  <a:pt x="14180" y="988378"/>
                  <a:pt x="0" y="738040"/>
                </a:cubicBezTo>
                <a:cubicBezTo>
                  <a:pt x="-14180" y="487702"/>
                  <a:pt x="17870" y="228172"/>
                  <a:pt x="0" y="24978"/>
                </a:cubicBezTo>
                <a:close/>
              </a:path>
              <a:path w="13091986" h="1885139" fill="darkenLess" stroke="0" extrusionOk="0">
                <a:moveTo>
                  <a:pt x="13067008" y="24978"/>
                </a:moveTo>
                <a:cubicBezTo>
                  <a:pt x="13076865" y="14513"/>
                  <a:pt x="13085618" y="4265"/>
                  <a:pt x="13091986" y="0"/>
                </a:cubicBezTo>
                <a:cubicBezTo>
                  <a:pt x="13112732" y="227752"/>
                  <a:pt x="13077818" y="344631"/>
                  <a:pt x="13091986" y="657257"/>
                </a:cubicBezTo>
                <a:cubicBezTo>
                  <a:pt x="13106154" y="969883"/>
                  <a:pt x="13100161" y="1101911"/>
                  <a:pt x="13091986" y="1221506"/>
                </a:cubicBezTo>
                <a:cubicBezTo>
                  <a:pt x="13083811" y="1341101"/>
                  <a:pt x="13060805" y="1591724"/>
                  <a:pt x="13091986" y="1860161"/>
                </a:cubicBezTo>
                <a:cubicBezTo>
                  <a:pt x="13083011" y="1870648"/>
                  <a:pt x="13075718" y="1875954"/>
                  <a:pt x="13067008" y="1885139"/>
                </a:cubicBezTo>
                <a:cubicBezTo>
                  <a:pt x="13069715" y="1671016"/>
                  <a:pt x="13067587" y="1589001"/>
                  <a:pt x="13067008" y="1320890"/>
                </a:cubicBezTo>
                <a:cubicBezTo>
                  <a:pt x="13066429" y="1052779"/>
                  <a:pt x="13082474" y="938473"/>
                  <a:pt x="13067008" y="663633"/>
                </a:cubicBezTo>
                <a:cubicBezTo>
                  <a:pt x="13051542" y="388793"/>
                  <a:pt x="13057985" y="299469"/>
                  <a:pt x="13067008" y="24978"/>
                </a:cubicBezTo>
                <a:close/>
              </a:path>
              <a:path w="13091986" h="1885139" fill="lightenLess" stroke="0" extrusionOk="0">
                <a:moveTo>
                  <a:pt x="0" y="24978"/>
                </a:moveTo>
                <a:cubicBezTo>
                  <a:pt x="10784" y="12585"/>
                  <a:pt x="12191" y="11268"/>
                  <a:pt x="24978" y="0"/>
                </a:cubicBezTo>
                <a:cubicBezTo>
                  <a:pt x="280290" y="19126"/>
                  <a:pt x="449448" y="6362"/>
                  <a:pt x="582045" y="0"/>
                </a:cubicBezTo>
                <a:cubicBezTo>
                  <a:pt x="714642" y="-6362"/>
                  <a:pt x="747889" y="6002"/>
                  <a:pt x="877772" y="0"/>
                </a:cubicBezTo>
                <a:cubicBezTo>
                  <a:pt x="1007655" y="-6002"/>
                  <a:pt x="1307671" y="20408"/>
                  <a:pt x="1434839" y="0"/>
                </a:cubicBezTo>
                <a:cubicBezTo>
                  <a:pt x="1562007" y="-20408"/>
                  <a:pt x="1963236" y="20095"/>
                  <a:pt x="2383917" y="0"/>
                </a:cubicBezTo>
                <a:cubicBezTo>
                  <a:pt x="2804598" y="-20095"/>
                  <a:pt x="2939650" y="-15254"/>
                  <a:pt x="3332994" y="0"/>
                </a:cubicBezTo>
                <a:cubicBezTo>
                  <a:pt x="3726338" y="15254"/>
                  <a:pt x="3673812" y="24473"/>
                  <a:pt x="3890061" y="0"/>
                </a:cubicBezTo>
                <a:cubicBezTo>
                  <a:pt x="4106310" y="-24473"/>
                  <a:pt x="4121933" y="-3032"/>
                  <a:pt x="4185788" y="0"/>
                </a:cubicBezTo>
                <a:cubicBezTo>
                  <a:pt x="4249643" y="3032"/>
                  <a:pt x="4346510" y="-14467"/>
                  <a:pt x="4481515" y="0"/>
                </a:cubicBezTo>
                <a:cubicBezTo>
                  <a:pt x="4616520" y="14467"/>
                  <a:pt x="5032797" y="34312"/>
                  <a:pt x="5430593" y="0"/>
                </a:cubicBezTo>
                <a:cubicBezTo>
                  <a:pt x="5828389" y="-34312"/>
                  <a:pt x="5934214" y="-24242"/>
                  <a:pt x="6118330" y="0"/>
                </a:cubicBezTo>
                <a:cubicBezTo>
                  <a:pt x="6302446" y="24242"/>
                  <a:pt x="6402752" y="9406"/>
                  <a:pt x="6544727" y="0"/>
                </a:cubicBezTo>
                <a:cubicBezTo>
                  <a:pt x="6686702" y="-9406"/>
                  <a:pt x="6757126" y="10524"/>
                  <a:pt x="6840454" y="0"/>
                </a:cubicBezTo>
                <a:cubicBezTo>
                  <a:pt x="6923782" y="-10524"/>
                  <a:pt x="7345939" y="26794"/>
                  <a:pt x="7528192" y="0"/>
                </a:cubicBezTo>
                <a:cubicBezTo>
                  <a:pt x="7710445" y="-26794"/>
                  <a:pt x="8027525" y="-23121"/>
                  <a:pt x="8477269" y="0"/>
                </a:cubicBezTo>
                <a:cubicBezTo>
                  <a:pt x="8927013" y="23121"/>
                  <a:pt x="8829173" y="-9355"/>
                  <a:pt x="9165006" y="0"/>
                </a:cubicBezTo>
                <a:cubicBezTo>
                  <a:pt x="9500839" y="9355"/>
                  <a:pt x="9754642" y="19300"/>
                  <a:pt x="9983414" y="0"/>
                </a:cubicBezTo>
                <a:cubicBezTo>
                  <a:pt x="10212186" y="-19300"/>
                  <a:pt x="10485147" y="11318"/>
                  <a:pt x="10932491" y="0"/>
                </a:cubicBezTo>
                <a:cubicBezTo>
                  <a:pt x="11379835" y="-11318"/>
                  <a:pt x="11417338" y="-5729"/>
                  <a:pt x="11750898" y="0"/>
                </a:cubicBezTo>
                <a:cubicBezTo>
                  <a:pt x="12084458" y="5729"/>
                  <a:pt x="11905656" y="5170"/>
                  <a:pt x="12046625" y="0"/>
                </a:cubicBezTo>
                <a:cubicBezTo>
                  <a:pt x="12187594" y="-5170"/>
                  <a:pt x="12214938" y="-5531"/>
                  <a:pt x="12342352" y="0"/>
                </a:cubicBezTo>
                <a:cubicBezTo>
                  <a:pt x="12469766" y="5531"/>
                  <a:pt x="12738395" y="-18002"/>
                  <a:pt x="13091986" y="0"/>
                </a:cubicBezTo>
                <a:cubicBezTo>
                  <a:pt x="13084967" y="8006"/>
                  <a:pt x="13075370" y="14442"/>
                  <a:pt x="13067008" y="24978"/>
                </a:cubicBezTo>
                <a:cubicBezTo>
                  <a:pt x="12856561" y="-2333"/>
                  <a:pt x="12733240" y="-1530"/>
                  <a:pt x="12509941" y="24978"/>
                </a:cubicBezTo>
                <a:cubicBezTo>
                  <a:pt x="12286642" y="51486"/>
                  <a:pt x="12090989" y="18117"/>
                  <a:pt x="11952874" y="24978"/>
                </a:cubicBezTo>
                <a:cubicBezTo>
                  <a:pt x="11814759" y="31839"/>
                  <a:pt x="11267688" y="22852"/>
                  <a:pt x="11003796" y="24978"/>
                </a:cubicBezTo>
                <a:cubicBezTo>
                  <a:pt x="10739904" y="27104"/>
                  <a:pt x="10593721" y="33605"/>
                  <a:pt x="10316059" y="24978"/>
                </a:cubicBezTo>
                <a:cubicBezTo>
                  <a:pt x="10038397" y="16351"/>
                  <a:pt x="10054501" y="37144"/>
                  <a:pt x="9889662" y="24978"/>
                </a:cubicBezTo>
                <a:cubicBezTo>
                  <a:pt x="9724823" y="12812"/>
                  <a:pt x="9469944" y="-2339"/>
                  <a:pt x="9201925" y="24978"/>
                </a:cubicBezTo>
                <a:cubicBezTo>
                  <a:pt x="8933906" y="52295"/>
                  <a:pt x="9035941" y="38585"/>
                  <a:pt x="8906198" y="24978"/>
                </a:cubicBezTo>
                <a:cubicBezTo>
                  <a:pt x="8776455" y="11371"/>
                  <a:pt x="8623388" y="39330"/>
                  <a:pt x="8349130" y="24978"/>
                </a:cubicBezTo>
                <a:cubicBezTo>
                  <a:pt x="8074872" y="10626"/>
                  <a:pt x="7850241" y="-5833"/>
                  <a:pt x="7530723" y="24978"/>
                </a:cubicBezTo>
                <a:cubicBezTo>
                  <a:pt x="7211205" y="55789"/>
                  <a:pt x="7329625" y="10193"/>
                  <a:pt x="7234996" y="24978"/>
                </a:cubicBezTo>
                <a:cubicBezTo>
                  <a:pt x="7140367" y="39763"/>
                  <a:pt x="6984264" y="32894"/>
                  <a:pt x="6808599" y="24978"/>
                </a:cubicBezTo>
                <a:cubicBezTo>
                  <a:pt x="6632934" y="17062"/>
                  <a:pt x="6296274" y="37781"/>
                  <a:pt x="6120862" y="24978"/>
                </a:cubicBezTo>
                <a:cubicBezTo>
                  <a:pt x="5945450" y="12175"/>
                  <a:pt x="5775012" y="14215"/>
                  <a:pt x="5563794" y="24978"/>
                </a:cubicBezTo>
                <a:cubicBezTo>
                  <a:pt x="5352576" y="35741"/>
                  <a:pt x="5249937" y="18462"/>
                  <a:pt x="5137397" y="24978"/>
                </a:cubicBezTo>
                <a:cubicBezTo>
                  <a:pt x="5024857" y="31494"/>
                  <a:pt x="4538418" y="29925"/>
                  <a:pt x="4318990" y="24978"/>
                </a:cubicBezTo>
                <a:cubicBezTo>
                  <a:pt x="4099562" y="20031"/>
                  <a:pt x="4134288" y="34446"/>
                  <a:pt x="4023263" y="24978"/>
                </a:cubicBezTo>
                <a:cubicBezTo>
                  <a:pt x="3912238" y="15510"/>
                  <a:pt x="3394874" y="-13009"/>
                  <a:pt x="3204856" y="24978"/>
                </a:cubicBezTo>
                <a:cubicBezTo>
                  <a:pt x="3014838" y="62965"/>
                  <a:pt x="2954644" y="21544"/>
                  <a:pt x="2778459" y="24978"/>
                </a:cubicBezTo>
                <a:cubicBezTo>
                  <a:pt x="2602274" y="28412"/>
                  <a:pt x="2353270" y="-49"/>
                  <a:pt x="1960051" y="24978"/>
                </a:cubicBezTo>
                <a:cubicBezTo>
                  <a:pt x="1566832" y="50005"/>
                  <a:pt x="1520013" y="45412"/>
                  <a:pt x="1402984" y="24978"/>
                </a:cubicBezTo>
                <a:cubicBezTo>
                  <a:pt x="1285955" y="4544"/>
                  <a:pt x="779243" y="-15890"/>
                  <a:pt x="584577" y="24978"/>
                </a:cubicBezTo>
                <a:cubicBezTo>
                  <a:pt x="389911" y="65846"/>
                  <a:pt x="196042" y="31766"/>
                  <a:pt x="0" y="24978"/>
                </a:cubicBezTo>
                <a:close/>
              </a:path>
              <a:path w="13091986" h="1885139" fill="none" extrusionOk="0">
                <a:moveTo>
                  <a:pt x="0" y="24978"/>
                </a:moveTo>
                <a:cubicBezTo>
                  <a:pt x="5393" y="18665"/>
                  <a:pt x="18405" y="4153"/>
                  <a:pt x="24978" y="0"/>
                </a:cubicBezTo>
                <a:cubicBezTo>
                  <a:pt x="247253" y="4275"/>
                  <a:pt x="568986" y="23887"/>
                  <a:pt x="712715" y="0"/>
                </a:cubicBezTo>
                <a:cubicBezTo>
                  <a:pt x="856444" y="-23887"/>
                  <a:pt x="1313339" y="-36724"/>
                  <a:pt x="1531123" y="0"/>
                </a:cubicBezTo>
                <a:cubicBezTo>
                  <a:pt x="1748907" y="36724"/>
                  <a:pt x="2177618" y="-31465"/>
                  <a:pt x="2349530" y="0"/>
                </a:cubicBezTo>
                <a:cubicBezTo>
                  <a:pt x="2521442" y="31465"/>
                  <a:pt x="2660022" y="-695"/>
                  <a:pt x="2906597" y="0"/>
                </a:cubicBezTo>
                <a:cubicBezTo>
                  <a:pt x="3153172" y="695"/>
                  <a:pt x="3293355" y="12287"/>
                  <a:pt x="3463664" y="0"/>
                </a:cubicBezTo>
                <a:cubicBezTo>
                  <a:pt x="3633973" y="-12287"/>
                  <a:pt x="3650236" y="-9999"/>
                  <a:pt x="3759391" y="0"/>
                </a:cubicBezTo>
                <a:cubicBezTo>
                  <a:pt x="3868546" y="9999"/>
                  <a:pt x="4477304" y="-4321"/>
                  <a:pt x="4708469" y="0"/>
                </a:cubicBezTo>
                <a:cubicBezTo>
                  <a:pt x="4939634" y="4321"/>
                  <a:pt x="5010820" y="18316"/>
                  <a:pt x="5134866" y="0"/>
                </a:cubicBezTo>
                <a:cubicBezTo>
                  <a:pt x="5258912" y="-18316"/>
                  <a:pt x="5559410" y="1620"/>
                  <a:pt x="5691933" y="0"/>
                </a:cubicBezTo>
                <a:cubicBezTo>
                  <a:pt x="5824456" y="-1620"/>
                  <a:pt x="5882520" y="3736"/>
                  <a:pt x="5987660" y="0"/>
                </a:cubicBezTo>
                <a:cubicBezTo>
                  <a:pt x="6092800" y="-3736"/>
                  <a:pt x="6332010" y="2513"/>
                  <a:pt x="6675397" y="0"/>
                </a:cubicBezTo>
                <a:cubicBezTo>
                  <a:pt x="7018784" y="-2513"/>
                  <a:pt x="7406232" y="-21318"/>
                  <a:pt x="7624475" y="0"/>
                </a:cubicBezTo>
                <a:cubicBezTo>
                  <a:pt x="7842718" y="21318"/>
                  <a:pt x="7936482" y="283"/>
                  <a:pt x="8050872" y="0"/>
                </a:cubicBezTo>
                <a:cubicBezTo>
                  <a:pt x="8165262" y="-283"/>
                  <a:pt x="8243338" y="11638"/>
                  <a:pt x="8346599" y="0"/>
                </a:cubicBezTo>
                <a:cubicBezTo>
                  <a:pt x="8449860" y="-11638"/>
                  <a:pt x="8513204" y="11695"/>
                  <a:pt x="8642326" y="0"/>
                </a:cubicBezTo>
                <a:cubicBezTo>
                  <a:pt x="8771448" y="-11695"/>
                  <a:pt x="9124463" y="-16517"/>
                  <a:pt x="9330063" y="0"/>
                </a:cubicBezTo>
                <a:cubicBezTo>
                  <a:pt x="9535663" y="16517"/>
                  <a:pt x="9517951" y="-9580"/>
                  <a:pt x="9625790" y="0"/>
                </a:cubicBezTo>
                <a:cubicBezTo>
                  <a:pt x="9733629" y="9580"/>
                  <a:pt x="10020859" y="22576"/>
                  <a:pt x="10313527" y="0"/>
                </a:cubicBezTo>
                <a:cubicBezTo>
                  <a:pt x="10606195" y="-22576"/>
                  <a:pt x="10883291" y="38500"/>
                  <a:pt x="11262605" y="0"/>
                </a:cubicBezTo>
                <a:cubicBezTo>
                  <a:pt x="11641919" y="-38500"/>
                  <a:pt x="11717827" y="-29693"/>
                  <a:pt x="12081012" y="0"/>
                </a:cubicBezTo>
                <a:cubicBezTo>
                  <a:pt x="12444197" y="29693"/>
                  <a:pt x="12722891" y="3285"/>
                  <a:pt x="13091986" y="0"/>
                </a:cubicBezTo>
                <a:cubicBezTo>
                  <a:pt x="13106851" y="238446"/>
                  <a:pt x="13099034" y="418656"/>
                  <a:pt x="13091986" y="620054"/>
                </a:cubicBezTo>
                <a:cubicBezTo>
                  <a:pt x="13084938" y="821452"/>
                  <a:pt x="13065812" y="938706"/>
                  <a:pt x="13091986" y="1184303"/>
                </a:cubicBezTo>
                <a:cubicBezTo>
                  <a:pt x="13118160" y="1429900"/>
                  <a:pt x="13087776" y="1534717"/>
                  <a:pt x="13091986" y="1860161"/>
                </a:cubicBezTo>
                <a:cubicBezTo>
                  <a:pt x="13082664" y="1868986"/>
                  <a:pt x="13072707" y="1878762"/>
                  <a:pt x="13067008" y="1885139"/>
                </a:cubicBezTo>
                <a:cubicBezTo>
                  <a:pt x="12931346" y="1878937"/>
                  <a:pt x="12807065" y="1875167"/>
                  <a:pt x="12640611" y="1885139"/>
                </a:cubicBezTo>
                <a:cubicBezTo>
                  <a:pt x="12474157" y="1895111"/>
                  <a:pt x="12391295" y="1904677"/>
                  <a:pt x="12214214" y="1885139"/>
                </a:cubicBezTo>
                <a:cubicBezTo>
                  <a:pt x="12037133" y="1865601"/>
                  <a:pt x="11847295" y="1865427"/>
                  <a:pt x="11657147" y="1885139"/>
                </a:cubicBezTo>
                <a:cubicBezTo>
                  <a:pt x="11466999" y="1904851"/>
                  <a:pt x="11246910" y="1905982"/>
                  <a:pt x="10838739" y="1885139"/>
                </a:cubicBezTo>
                <a:cubicBezTo>
                  <a:pt x="10430568" y="1864296"/>
                  <a:pt x="10458624" y="1870162"/>
                  <a:pt x="10281672" y="1885139"/>
                </a:cubicBezTo>
                <a:cubicBezTo>
                  <a:pt x="10104720" y="1900116"/>
                  <a:pt x="9707710" y="1919873"/>
                  <a:pt x="9463265" y="1885139"/>
                </a:cubicBezTo>
                <a:cubicBezTo>
                  <a:pt x="9218820" y="1850405"/>
                  <a:pt x="8854504" y="1878729"/>
                  <a:pt x="8644857" y="1885139"/>
                </a:cubicBezTo>
                <a:cubicBezTo>
                  <a:pt x="8435210" y="1891549"/>
                  <a:pt x="8474512" y="1876204"/>
                  <a:pt x="8349130" y="1885139"/>
                </a:cubicBezTo>
                <a:cubicBezTo>
                  <a:pt x="8223748" y="1894074"/>
                  <a:pt x="7805598" y="1892262"/>
                  <a:pt x="7530723" y="1885139"/>
                </a:cubicBezTo>
                <a:cubicBezTo>
                  <a:pt x="7255848" y="1878016"/>
                  <a:pt x="7052929" y="1921807"/>
                  <a:pt x="6581646" y="1885139"/>
                </a:cubicBezTo>
                <a:cubicBezTo>
                  <a:pt x="6110363" y="1848471"/>
                  <a:pt x="6275911" y="1890106"/>
                  <a:pt x="6155249" y="1885139"/>
                </a:cubicBezTo>
                <a:cubicBezTo>
                  <a:pt x="6034587" y="1880172"/>
                  <a:pt x="5960573" y="1893414"/>
                  <a:pt x="5859521" y="1885139"/>
                </a:cubicBezTo>
                <a:cubicBezTo>
                  <a:pt x="5758469" y="1876864"/>
                  <a:pt x="5166686" y="1912970"/>
                  <a:pt x="4910444" y="1885139"/>
                </a:cubicBezTo>
                <a:cubicBezTo>
                  <a:pt x="4654202" y="1857308"/>
                  <a:pt x="4270043" y="1911824"/>
                  <a:pt x="3961367" y="1885139"/>
                </a:cubicBezTo>
                <a:cubicBezTo>
                  <a:pt x="3652691" y="1858454"/>
                  <a:pt x="3805556" y="1877231"/>
                  <a:pt x="3665640" y="1885139"/>
                </a:cubicBezTo>
                <a:cubicBezTo>
                  <a:pt x="3525724" y="1893047"/>
                  <a:pt x="3334878" y="1868116"/>
                  <a:pt x="3239243" y="1885139"/>
                </a:cubicBezTo>
                <a:cubicBezTo>
                  <a:pt x="3143608" y="1902162"/>
                  <a:pt x="2788514" y="1891623"/>
                  <a:pt x="2551505" y="1885139"/>
                </a:cubicBezTo>
                <a:cubicBezTo>
                  <a:pt x="2314496" y="1878655"/>
                  <a:pt x="2219979" y="1912362"/>
                  <a:pt x="1994438" y="1885139"/>
                </a:cubicBezTo>
                <a:cubicBezTo>
                  <a:pt x="1768897" y="1857916"/>
                  <a:pt x="1523109" y="1901348"/>
                  <a:pt x="1306701" y="1885139"/>
                </a:cubicBezTo>
                <a:cubicBezTo>
                  <a:pt x="1090293" y="1868930"/>
                  <a:pt x="814241" y="1896047"/>
                  <a:pt x="618964" y="1885139"/>
                </a:cubicBezTo>
                <a:cubicBezTo>
                  <a:pt x="423687" y="1874231"/>
                  <a:pt x="149435" y="1913549"/>
                  <a:pt x="0" y="1885139"/>
                </a:cubicBezTo>
                <a:cubicBezTo>
                  <a:pt x="16916" y="1704431"/>
                  <a:pt x="16672" y="1549841"/>
                  <a:pt x="0" y="1302289"/>
                </a:cubicBezTo>
                <a:cubicBezTo>
                  <a:pt x="-16672" y="1054737"/>
                  <a:pt x="22220" y="906422"/>
                  <a:pt x="0" y="700836"/>
                </a:cubicBezTo>
                <a:cubicBezTo>
                  <a:pt x="-22220" y="495250"/>
                  <a:pt x="-30689" y="285734"/>
                  <a:pt x="0" y="24978"/>
                </a:cubicBezTo>
                <a:close/>
                <a:moveTo>
                  <a:pt x="0" y="24978"/>
                </a:moveTo>
                <a:cubicBezTo>
                  <a:pt x="174487" y="3710"/>
                  <a:pt x="265590" y="8077"/>
                  <a:pt x="426397" y="24978"/>
                </a:cubicBezTo>
                <a:cubicBezTo>
                  <a:pt x="587204" y="41879"/>
                  <a:pt x="1120765" y="44138"/>
                  <a:pt x="1375475" y="24978"/>
                </a:cubicBezTo>
                <a:cubicBezTo>
                  <a:pt x="1630185" y="5818"/>
                  <a:pt x="1690328" y="38828"/>
                  <a:pt x="1801872" y="24978"/>
                </a:cubicBezTo>
                <a:cubicBezTo>
                  <a:pt x="1913416" y="11128"/>
                  <a:pt x="2155509" y="43607"/>
                  <a:pt x="2358939" y="24978"/>
                </a:cubicBezTo>
                <a:cubicBezTo>
                  <a:pt x="2562369" y="6349"/>
                  <a:pt x="2580868" y="26281"/>
                  <a:pt x="2654666" y="24978"/>
                </a:cubicBezTo>
                <a:cubicBezTo>
                  <a:pt x="2728464" y="23675"/>
                  <a:pt x="3007168" y="29866"/>
                  <a:pt x="3211733" y="24978"/>
                </a:cubicBezTo>
                <a:cubicBezTo>
                  <a:pt x="3416298" y="20090"/>
                  <a:pt x="3563127" y="50811"/>
                  <a:pt x="3768800" y="24978"/>
                </a:cubicBezTo>
                <a:cubicBezTo>
                  <a:pt x="3974473" y="-855"/>
                  <a:pt x="4184150" y="37941"/>
                  <a:pt x="4325867" y="24978"/>
                </a:cubicBezTo>
                <a:cubicBezTo>
                  <a:pt x="4467584" y="12015"/>
                  <a:pt x="4670689" y="3737"/>
                  <a:pt x="4882935" y="24978"/>
                </a:cubicBezTo>
                <a:cubicBezTo>
                  <a:pt x="5095181" y="46219"/>
                  <a:pt x="5272607" y="18490"/>
                  <a:pt x="5440002" y="24978"/>
                </a:cubicBezTo>
                <a:cubicBezTo>
                  <a:pt x="5607397" y="31466"/>
                  <a:pt x="5946636" y="20689"/>
                  <a:pt x="6258409" y="24978"/>
                </a:cubicBezTo>
                <a:cubicBezTo>
                  <a:pt x="6570182" y="29267"/>
                  <a:pt x="6730061" y="53555"/>
                  <a:pt x="6946146" y="24978"/>
                </a:cubicBezTo>
                <a:cubicBezTo>
                  <a:pt x="7162231" y="-3599"/>
                  <a:pt x="7165694" y="39203"/>
                  <a:pt x="7241873" y="24978"/>
                </a:cubicBezTo>
                <a:cubicBezTo>
                  <a:pt x="7318052" y="10753"/>
                  <a:pt x="7524637" y="41446"/>
                  <a:pt x="7668270" y="24978"/>
                </a:cubicBezTo>
                <a:cubicBezTo>
                  <a:pt x="7811903" y="8510"/>
                  <a:pt x="7952439" y="7625"/>
                  <a:pt x="8225338" y="24978"/>
                </a:cubicBezTo>
                <a:cubicBezTo>
                  <a:pt x="8498237" y="42331"/>
                  <a:pt x="8984442" y="-7747"/>
                  <a:pt x="9174415" y="24978"/>
                </a:cubicBezTo>
                <a:cubicBezTo>
                  <a:pt x="9364388" y="57703"/>
                  <a:pt x="9694385" y="825"/>
                  <a:pt x="9992822" y="24978"/>
                </a:cubicBezTo>
                <a:cubicBezTo>
                  <a:pt x="10291259" y="49131"/>
                  <a:pt x="10501808" y="72255"/>
                  <a:pt x="10941900" y="24978"/>
                </a:cubicBezTo>
                <a:cubicBezTo>
                  <a:pt x="11381992" y="-22299"/>
                  <a:pt x="11329870" y="57236"/>
                  <a:pt x="11629637" y="24978"/>
                </a:cubicBezTo>
                <a:cubicBezTo>
                  <a:pt x="11929404" y="-7280"/>
                  <a:pt x="12365438" y="86858"/>
                  <a:pt x="13067008" y="24978"/>
                </a:cubicBezTo>
                <a:cubicBezTo>
                  <a:pt x="13074984" y="17249"/>
                  <a:pt x="13085490" y="8990"/>
                  <a:pt x="13091986" y="0"/>
                </a:cubicBezTo>
                <a:moveTo>
                  <a:pt x="13067008" y="24978"/>
                </a:moveTo>
                <a:cubicBezTo>
                  <a:pt x="13082135" y="140454"/>
                  <a:pt x="13093177" y="454470"/>
                  <a:pt x="13067008" y="589227"/>
                </a:cubicBezTo>
                <a:cubicBezTo>
                  <a:pt x="13040839" y="723984"/>
                  <a:pt x="13084997" y="980017"/>
                  <a:pt x="13067008" y="1190679"/>
                </a:cubicBezTo>
                <a:cubicBezTo>
                  <a:pt x="13049019" y="1401341"/>
                  <a:pt x="13032979" y="1639836"/>
                  <a:pt x="13067008" y="1885139"/>
                </a:cubicBezTo>
              </a:path>
              <a:path w="13091986" h="1885139" fill="none" stroke="0" extrusionOk="0">
                <a:moveTo>
                  <a:pt x="0" y="24978"/>
                </a:moveTo>
                <a:cubicBezTo>
                  <a:pt x="8797" y="15916"/>
                  <a:pt x="19461" y="4506"/>
                  <a:pt x="24978" y="0"/>
                </a:cubicBezTo>
                <a:cubicBezTo>
                  <a:pt x="305110" y="29205"/>
                  <a:pt x="506427" y="15996"/>
                  <a:pt x="712715" y="0"/>
                </a:cubicBezTo>
                <a:cubicBezTo>
                  <a:pt x="919003" y="-15996"/>
                  <a:pt x="1277407" y="-20795"/>
                  <a:pt x="1661793" y="0"/>
                </a:cubicBezTo>
                <a:cubicBezTo>
                  <a:pt x="2046179" y="20795"/>
                  <a:pt x="2032666" y="-16858"/>
                  <a:pt x="2218860" y="0"/>
                </a:cubicBezTo>
                <a:cubicBezTo>
                  <a:pt x="2405054" y="16858"/>
                  <a:pt x="2426033" y="-14031"/>
                  <a:pt x="2514587" y="0"/>
                </a:cubicBezTo>
                <a:cubicBezTo>
                  <a:pt x="2603141" y="14031"/>
                  <a:pt x="2863549" y="-18542"/>
                  <a:pt x="3071654" y="0"/>
                </a:cubicBezTo>
                <a:cubicBezTo>
                  <a:pt x="3279759" y="18542"/>
                  <a:pt x="3720930" y="11107"/>
                  <a:pt x="4020731" y="0"/>
                </a:cubicBezTo>
                <a:cubicBezTo>
                  <a:pt x="4320532" y="-11107"/>
                  <a:pt x="4669644" y="18102"/>
                  <a:pt x="4969809" y="0"/>
                </a:cubicBezTo>
                <a:cubicBezTo>
                  <a:pt x="5269974" y="-18102"/>
                  <a:pt x="5329618" y="-22659"/>
                  <a:pt x="5526876" y="0"/>
                </a:cubicBezTo>
                <a:cubicBezTo>
                  <a:pt x="5724134" y="22659"/>
                  <a:pt x="5960476" y="-1577"/>
                  <a:pt x="6083943" y="0"/>
                </a:cubicBezTo>
                <a:cubicBezTo>
                  <a:pt x="6207410" y="1577"/>
                  <a:pt x="6720622" y="-32099"/>
                  <a:pt x="6902351" y="0"/>
                </a:cubicBezTo>
                <a:cubicBezTo>
                  <a:pt x="7084080" y="32099"/>
                  <a:pt x="7056301" y="13128"/>
                  <a:pt x="7198078" y="0"/>
                </a:cubicBezTo>
                <a:cubicBezTo>
                  <a:pt x="7339855" y="-13128"/>
                  <a:pt x="7479358" y="12475"/>
                  <a:pt x="7755145" y="0"/>
                </a:cubicBezTo>
                <a:cubicBezTo>
                  <a:pt x="8030932" y="-12475"/>
                  <a:pt x="7984173" y="-9533"/>
                  <a:pt x="8050872" y="0"/>
                </a:cubicBezTo>
                <a:cubicBezTo>
                  <a:pt x="8117571" y="9533"/>
                  <a:pt x="8574096" y="23116"/>
                  <a:pt x="8869279" y="0"/>
                </a:cubicBezTo>
                <a:cubicBezTo>
                  <a:pt x="9164462" y="-23116"/>
                  <a:pt x="9178437" y="-20820"/>
                  <a:pt x="9295676" y="0"/>
                </a:cubicBezTo>
                <a:cubicBezTo>
                  <a:pt x="9412915" y="20820"/>
                  <a:pt x="9612355" y="6242"/>
                  <a:pt x="9852743" y="0"/>
                </a:cubicBezTo>
                <a:cubicBezTo>
                  <a:pt x="10093131" y="-6242"/>
                  <a:pt x="10072997" y="-10719"/>
                  <a:pt x="10279141" y="0"/>
                </a:cubicBezTo>
                <a:cubicBezTo>
                  <a:pt x="10485285" y="10719"/>
                  <a:pt x="10566371" y="-12014"/>
                  <a:pt x="10836208" y="0"/>
                </a:cubicBezTo>
                <a:cubicBezTo>
                  <a:pt x="11106045" y="12014"/>
                  <a:pt x="11129440" y="19837"/>
                  <a:pt x="11393275" y="0"/>
                </a:cubicBezTo>
                <a:cubicBezTo>
                  <a:pt x="11657110" y="-19837"/>
                  <a:pt x="11548616" y="-338"/>
                  <a:pt x="11689002" y="0"/>
                </a:cubicBezTo>
                <a:cubicBezTo>
                  <a:pt x="11829388" y="338"/>
                  <a:pt x="12545785" y="62568"/>
                  <a:pt x="13091986" y="0"/>
                </a:cubicBezTo>
                <a:cubicBezTo>
                  <a:pt x="13117252" y="304344"/>
                  <a:pt x="13070740" y="378860"/>
                  <a:pt x="13091986" y="638655"/>
                </a:cubicBezTo>
                <a:cubicBezTo>
                  <a:pt x="13113232" y="898451"/>
                  <a:pt x="13066559" y="950956"/>
                  <a:pt x="13091986" y="1221506"/>
                </a:cubicBezTo>
                <a:cubicBezTo>
                  <a:pt x="13117413" y="1492056"/>
                  <a:pt x="13075556" y="1651848"/>
                  <a:pt x="13091986" y="1860161"/>
                </a:cubicBezTo>
                <a:cubicBezTo>
                  <a:pt x="13081955" y="1871170"/>
                  <a:pt x="13078736" y="1873260"/>
                  <a:pt x="13067008" y="1885139"/>
                </a:cubicBezTo>
                <a:cubicBezTo>
                  <a:pt x="12872910" y="1867941"/>
                  <a:pt x="12767125" y="1874299"/>
                  <a:pt x="12509941" y="1885139"/>
                </a:cubicBezTo>
                <a:cubicBezTo>
                  <a:pt x="12252757" y="1895979"/>
                  <a:pt x="12034981" y="1855681"/>
                  <a:pt x="11560863" y="1885139"/>
                </a:cubicBezTo>
                <a:cubicBezTo>
                  <a:pt x="11086745" y="1914597"/>
                  <a:pt x="11347172" y="1890748"/>
                  <a:pt x="11134466" y="1885139"/>
                </a:cubicBezTo>
                <a:cubicBezTo>
                  <a:pt x="10921760" y="1879530"/>
                  <a:pt x="10870094" y="1868979"/>
                  <a:pt x="10708069" y="1885139"/>
                </a:cubicBezTo>
                <a:cubicBezTo>
                  <a:pt x="10546044" y="1901299"/>
                  <a:pt x="10098395" y="1864990"/>
                  <a:pt x="9758992" y="1885139"/>
                </a:cubicBezTo>
                <a:cubicBezTo>
                  <a:pt x="9419589" y="1905288"/>
                  <a:pt x="9234049" y="1882671"/>
                  <a:pt x="9071255" y="1885139"/>
                </a:cubicBezTo>
                <a:cubicBezTo>
                  <a:pt x="8908461" y="1887607"/>
                  <a:pt x="8600175" y="1867225"/>
                  <a:pt x="8383517" y="1885139"/>
                </a:cubicBezTo>
                <a:cubicBezTo>
                  <a:pt x="8166859" y="1903053"/>
                  <a:pt x="8077584" y="1898155"/>
                  <a:pt x="7957120" y="1885139"/>
                </a:cubicBezTo>
                <a:cubicBezTo>
                  <a:pt x="7836656" y="1872123"/>
                  <a:pt x="7727758" y="1884004"/>
                  <a:pt x="7530723" y="1885139"/>
                </a:cubicBezTo>
                <a:cubicBezTo>
                  <a:pt x="7333688" y="1886274"/>
                  <a:pt x="7317248" y="1877848"/>
                  <a:pt x="7234996" y="1885139"/>
                </a:cubicBezTo>
                <a:cubicBezTo>
                  <a:pt x="7152744" y="1892430"/>
                  <a:pt x="6831175" y="1868366"/>
                  <a:pt x="6547259" y="1885139"/>
                </a:cubicBezTo>
                <a:cubicBezTo>
                  <a:pt x="6263343" y="1901912"/>
                  <a:pt x="5833078" y="1881791"/>
                  <a:pt x="5598181" y="1885139"/>
                </a:cubicBezTo>
                <a:cubicBezTo>
                  <a:pt x="5363284" y="1888487"/>
                  <a:pt x="5037700" y="1890024"/>
                  <a:pt x="4779774" y="1885139"/>
                </a:cubicBezTo>
                <a:cubicBezTo>
                  <a:pt x="4521848" y="1880254"/>
                  <a:pt x="4528931" y="1877605"/>
                  <a:pt x="4353377" y="1885139"/>
                </a:cubicBezTo>
                <a:cubicBezTo>
                  <a:pt x="4177823" y="1892673"/>
                  <a:pt x="3775680" y="1892307"/>
                  <a:pt x="3404299" y="1885139"/>
                </a:cubicBezTo>
                <a:cubicBezTo>
                  <a:pt x="3032918" y="1877971"/>
                  <a:pt x="3245111" y="1883105"/>
                  <a:pt x="3108572" y="1885139"/>
                </a:cubicBezTo>
                <a:cubicBezTo>
                  <a:pt x="2972033" y="1887173"/>
                  <a:pt x="2593470" y="1870221"/>
                  <a:pt x="2159495" y="1885139"/>
                </a:cubicBezTo>
                <a:cubicBezTo>
                  <a:pt x="1725520" y="1900057"/>
                  <a:pt x="1896064" y="1887569"/>
                  <a:pt x="1733098" y="1885139"/>
                </a:cubicBezTo>
                <a:cubicBezTo>
                  <a:pt x="1570132" y="1882709"/>
                  <a:pt x="1146862" y="1866887"/>
                  <a:pt x="914691" y="1885139"/>
                </a:cubicBezTo>
                <a:cubicBezTo>
                  <a:pt x="682520" y="1903391"/>
                  <a:pt x="270414" y="1858918"/>
                  <a:pt x="0" y="1885139"/>
                </a:cubicBezTo>
                <a:cubicBezTo>
                  <a:pt x="1688" y="1764084"/>
                  <a:pt x="10781" y="1545935"/>
                  <a:pt x="0" y="1302289"/>
                </a:cubicBezTo>
                <a:cubicBezTo>
                  <a:pt x="-10781" y="1058643"/>
                  <a:pt x="1012" y="904858"/>
                  <a:pt x="0" y="645032"/>
                </a:cubicBezTo>
                <a:cubicBezTo>
                  <a:pt x="-1012" y="385206"/>
                  <a:pt x="10694" y="228088"/>
                  <a:pt x="0" y="24978"/>
                </a:cubicBezTo>
                <a:close/>
                <a:moveTo>
                  <a:pt x="0" y="24978"/>
                </a:moveTo>
                <a:cubicBezTo>
                  <a:pt x="297495" y="46950"/>
                  <a:pt x="455532" y="26369"/>
                  <a:pt x="687737" y="24978"/>
                </a:cubicBezTo>
                <a:cubicBezTo>
                  <a:pt x="919942" y="23587"/>
                  <a:pt x="1179543" y="34532"/>
                  <a:pt x="1375475" y="24978"/>
                </a:cubicBezTo>
                <a:cubicBezTo>
                  <a:pt x="1571407" y="15424"/>
                  <a:pt x="1995149" y="46476"/>
                  <a:pt x="2324552" y="24978"/>
                </a:cubicBezTo>
                <a:cubicBezTo>
                  <a:pt x="2653955" y="3480"/>
                  <a:pt x="2569016" y="34803"/>
                  <a:pt x="2750949" y="24978"/>
                </a:cubicBezTo>
                <a:cubicBezTo>
                  <a:pt x="2932882" y="15153"/>
                  <a:pt x="3195914" y="27503"/>
                  <a:pt x="3569356" y="24978"/>
                </a:cubicBezTo>
                <a:cubicBezTo>
                  <a:pt x="3942798" y="22453"/>
                  <a:pt x="4191535" y="-20838"/>
                  <a:pt x="4518434" y="24978"/>
                </a:cubicBezTo>
                <a:cubicBezTo>
                  <a:pt x="4845333" y="70794"/>
                  <a:pt x="4692423" y="38580"/>
                  <a:pt x="4814161" y="24978"/>
                </a:cubicBezTo>
                <a:cubicBezTo>
                  <a:pt x="4935899" y="11376"/>
                  <a:pt x="5388484" y="15526"/>
                  <a:pt x="5632568" y="24978"/>
                </a:cubicBezTo>
                <a:cubicBezTo>
                  <a:pt x="5876652" y="34430"/>
                  <a:pt x="5928458" y="20621"/>
                  <a:pt x="6058965" y="24978"/>
                </a:cubicBezTo>
                <a:cubicBezTo>
                  <a:pt x="6189472" y="29335"/>
                  <a:pt x="6623460" y="26721"/>
                  <a:pt x="7008043" y="24978"/>
                </a:cubicBezTo>
                <a:cubicBezTo>
                  <a:pt x="7392626" y="23235"/>
                  <a:pt x="7542671" y="37884"/>
                  <a:pt x="7826450" y="24978"/>
                </a:cubicBezTo>
                <a:cubicBezTo>
                  <a:pt x="8110229" y="12072"/>
                  <a:pt x="8153443" y="21662"/>
                  <a:pt x="8252847" y="24978"/>
                </a:cubicBezTo>
                <a:cubicBezTo>
                  <a:pt x="8352251" y="28294"/>
                  <a:pt x="8572620" y="43438"/>
                  <a:pt x="8809914" y="24978"/>
                </a:cubicBezTo>
                <a:cubicBezTo>
                  <a:pt x="9047208" y="6518"/>
                  <a:pt x="9041295" y="23355"/>
                  <a:pt x="9236311" y="24978"/>
                </a:cubicBezTo>
                <a:cubicBezTo>
                  <a:pt x="9431327" y="26601"/>
                  <a:pt x="9669075" y="61933"/>
                  <a:pt x="10054719" y="24978"/>
                </a:cubicBezTo>
                <a:cubicBezTo>
                  <a:pt x="10440363" y="-11977"/>
                  <a:pt x="10452022" y="38075"/>
                  <a:pt x="10611786" y="24978"/>
                </a:cubicBezTo>
                <a:cubicBezTo>
                  <a:pt x="10771550" y="11881"/>
                  <a:pt x="10806301" y="13260"/>
                  <a:pt x="10907513" y="24978"/>
                </a:cubicBezTo>
                <a:cubicBezTo>
                  <a:pt x="11008725" y="36696"/>
                  <a:pt x="11348368" y="39329"/>
                  <a:pt x="11464580" y="24978"/>
                </a:cubicBezTo>
                <a:cubicBezTo>
                  <a:pt x="11580792" y="10627"/>
                  <a:pt x="11953955" y="52530"/>
                  <a:pt x="12413658" y="24978"/>
                </a:cubicBezTo>
                <a:cubicBezTo>
                  <a:pt x="12873361" y="-2574"/>
                  <a:pt x="12930936" y="10699"/>
                  <a:pt x="13067008" y="24978"/>
                </a:cubicBezTo>
                <a:cubicBezTo>
                  <a:pt x="13077110" y="16196"/>
                  <a:pt x="13081719" y="10648"/>
                  <a:pt x="13091986" y="0"/>
                </a:cubicBezTo>
                <a:moveTo>
                  <a:pt x="13067008" y="24978"/>
                </a:moveTo>
                <a:cubicBezTo>
                  <a:pt x="13088711" y="327980"/>
                  <a:pt x="13050767" y="472261"/>
                  <a:pt x="13067008" y="663633"/>
                </a:cubicBezTo>
                <a:cubicBezTo>
                  <a:pt x="13083249" y="855006"/>
                  <a:pt x="13080485" y="1099971"/>
                  <a:pt x="13067008" y="1227882"/>
                </a:cubicBezTo>
                <a:cubicBezTo>
                  <a:pt x="13053531" y="1355793"/>
                  <a:pt x="13095331" y="1562914"/>
                  <a:pt x="13067008" y="1885139"/>
                </a:cubicBezTo>
              </a:path>
            </a:pathLst>
          </a:custGeom>
          <a:solidFill>
            <a:srgbClr val="F5F5F5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35" name="图片 12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542" y="39329"/>
            <a:ext cx="1302216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36" name="图片 12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29" y="902115"/>
            <a:ext cx="1302663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38" name="矩形: 圆角 1237"/>
          <p:cNvSpPr/>
          <p:nvPr/>
        </p:nvSpPr>
        <p:spPr>
          <a:xfrm>
            <a:off x="1421209" y="0"/>
            <a:ext cx="11012314" cy="626019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37" name="图片 1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67" y="61675"/>
            <a:ext cx="509567" cy="509567"/>
          </a:xfrm>
          <a:prstGeom prst="rect">
            <a:avLst/>
          </a:prstGeom>
        </p:spPr>
      </p:pic>
      <p:sp>
        <p:nvSpPr>
          <p:cNvPr id="1240" name="文本框 1239"/>
          <p:cNvSpPr txBox="1"/>
          <p:nvPr/>
        </p:nvSpPr>
        <p:spPr>
          <a:xfrm>
            <a:off x="2133240" y="126922"/>
            <a:ext cx="10448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were these two photos taken, and what are the differences in the types of trees depicted?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2" name="图片 1241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44" y="791604"/>
            <a:ext cx="822015" cy="822015"/>
          </a:xfrm>
          <a:prstGeom prst="rect">
            <a:avLst/>
          </a:prstGeom>
        </p:spPr>
      </p:pic>
      <p:pic>
        <p:nvPicPr>
          <p:cNvPr id="1244" name="图片 1243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4" t="28002" r="60593" b="29301"/>
          <a:stretch>
            <a:fillRect/>
          </a:stretch>
        </p:blipFill>
        <p:spPr>
          <a:xfrm>
            <a:off x="5544946" y="694697"/>
            <a:ext cx="512954" cy="529975"/>
          </a:xfrm>
          <a:prstGeom prst="rect">
            <a:avLst/>
          </a:prstGeom>
        </p:spPr>
      </p:pic>
      <p:sp>
        <p:nvSpPr>
          <p:cNvPr id="1246" name="文本框 1245"/>
          <p:cNvSpPr txBox="1"/>
          <p:nvPr/>
        </p:nvSpPr>
        <p:spPr>
          <a:xfrm>
            <a:off x="6183754" y="805772"/>
            <a:ext cx="719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endParaRPr lang="zh-CN" altLang="en-US" sz="1600" b="1" dirty="0"/>
          </a:p>
        </p:txBody>
      </p:sp>
      <p:pic>
        <p:nvPicPr>
          <p:cNvPr id="1247" name="Picture 4" descr="DeepSeek Logo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45"/>
          <a:stretch>
            <a:fillRect/>
          </a:stretch>
        </p:blipFill>
        <p:spPr bwMode="auto">
          <a:xfrm>
            <a:off x="5563550" y="1257868"/>
            <a:ext cx="539971" cy="3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8" name="文本框 1247"/>
          <p:cNvSpPr txBox="1"/>
          <p:nvPr/>
        </p:nvSpPr>
        <p:spPr>
          <a:xfrm>
            <a:off x="5994198" y="1307866"/>
            <a:ext cx="1130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Deepseeek</a:t>
            </a:r>
            <a:endParaRPr lang="zh-CN" altLang="en-US" sz="1600" b="1" dirty="0"/>
          </a:p>
        </p:txBody>
      </p:sp>
      <p:pic>
        <p:nvPicPr>
          <p:cNvPr id="1249" name="Picture 6" descr="模型详情页"/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42"/>
          <a:stretch>
            <a:fillRect/>
          </a:stretch>
        </p:blipFill>
        <p:spPr bwMode="auto">
          <a:xfrm>
            <a:off x="6834336" y="709365"/>
            <a:ext cx="682643" cy="56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0" name="文本框 1249"/>
          <p:cNvSpPr txBox="1"/>
          <p:nvPr/>
        </p:nvSpPr>
        <p:spPr>
          <a:xfrm>
            <a:off x="7473854" y="808816"/>
            <a:ext cx="719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endParaRPr lang="zh-CN" altLang="en-US" sz="1600" b="1" dirty="0"/>
          </a:p>
        </p:txBody>
      </p:sp>
      <p:pic>
        <p:nvPicPr>
          <p:cNvPr id="1251" name="Picture 8" descr="LLaVA 免费SVG、PNG 与矢量下载· LobeHub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40" y="1240248"/>
            <a:ext cx="423405" cy="42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2" name="文本框 1251"/>
          <p:cNvSpPr txBox="1"/>
          <p:nvPr/>
        </p:nvSpPr>
        <p:spPr>
          <a:xfrm>
            <a:off x="7435722" y="1319085"/>
            <a:ext cx="853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LLaVA</a:t>
            </a:r>
            <a:endParaRPr lang="zh-CN" altLang="en-US" sz="1600" b="1" dirty="0"/>
          </a:p>
        </p:txBody>
      </p:sp>
      <p:sp>
        <p:nvSpPr>
          <p:cNvPr id="1254" name="图形 1149" descr="线箭头: 逆时针曲线 纯色填充"/>
          <p:cNvSpPr/>
          <p:nvPr/>
        </p:nvSpPr>
        <p:spPr>
          <a:xfrm rot="5827512">
            <a:off x="3528299" y="979290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255" name="图形 1149" descr="线箭头: 逆时针曲线 纯色填充"/>
          <p:cNvSpPr/>
          <p:nvPr/>
        </p:nvSpPr>
        <p:spPr>
          <a:xfrm rot="16526234">
            <a:off x="3559108" y="357018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257" name="文本框 1256"/>
          <p:cNvSpPr txBox="1"/>
          <p:nvPr/>
        </p:nvSpPr>
        <p:spPr>
          <a:xfrm>
            <a:off x="2541505" y="923967"/>
            <a:ext cx="2238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Training-Free Polarized Latent Graph Memory</a:t>
            </a:r>
            <a:endParaRPr lang="zh-CN" altLang="en-US" sz="16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1" name="箭头: 右 1260"/>
          <p:cNvSpPr/>
          <p:nvPr/>
        </p:nvSpPr>
        <p:spPr>
          <a:xfrm>
            <a:off x="8287422" y="998935"/>
            <a:ext cx="290803" cy="408727"/>
          </a:xfrm>
          <a:custGeom>
            <a:avLst/>
            <a:gdLst>
              <a:gd name="csX0" fmla="*/ 0 w 290803"/>
              <a:gd name="csY0" fmla="*/ 129076 h 408727"/>
              <a:gd name="csX1" fmla="*/ 131737 w 290803"/>
              <a:gd name="csY1" fmla="*/ 129076 h 408727"/>
              <a:gd name="csX2" fmla="*/ 131737 w 290803"/>
              <a:gd name="csY2" fmla="*/ 0 h 408727"/>
              <a:gd name="csX3" fmla="*/ 290803 w 290803"/>
              <a:gd name="csY3" fmla="*/ 204364 h 408727"/>
              <a:gd name="csX4" fmla="*/ 131737 w 290803"/>
              <a:gd name="csY4" fmla="*/ 408727 h 408727"/>
              <a:gd name="csX5" fmla="*/ 131737 w 290803"/>
              <a:gd name="csY5" fmla="*/ 279651 h 408727"/>
              <a:gd name="csX6" fmla="*/ 0 w 290803"/>
              <a:gd name="csY6" fmla="*/ 279651 h 408727"/>
              <a:gd name="csX7" fmla="*/ 0 w 290803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90803" h="408727" extrusionOk="0">
                <a:moveTo>
                  <a:pt x="0" y="129076"/>
                </a:moveTo>
                <a:cubicBezTo>
                  <a:pt x="64133" y="126138"/>
                  <a:pt x="86899" y="133925"/>
                  <a:pt x="131737" y="129076"/>
                </a:cubicBezTo>
                <a:cubicBezTo>
                  <a:pt x="128425" y="69772"/>
                  <a:pt x="136320" y="34141"/>
                  <a:pt x="131737" y="0"/>
                </a:cubicBezTo>
                <a:cubicBezTo>
                  <a:pt x="199261" y="77648"/>
                  <a:pt x="203785" y="133791"/>
                  <a:pt x="290803" y="204364"/>
                </a:cubicBezTo>
                <a:cubicBezTo>
                  <a:pt x="234098" y="289093"/>
                  <a:pt x="171133" y="340220"/>
                  <a:pt x="131737" y="408727"/>
                </a:cubicBezTo>
                <a:cubicBezTo>
                  <a:pt x="119148" y="357962"/>
                  <a:pt x="147074" y="322434"/>
                  <a:pt x="131737" y="279651"/>
                </a:cubicBezTo>
                <a:cubicBezTo>
                  <a:pt x="97591" y="292548"/>
                  <a:pt x="45735" y="265692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2" name="矩形: 圆角 1261"/>
          <p:cNvSpPr/>
          <p:nvPr/>
        </p:nvSpPr>
        <p:spPr>
          <a:xfrm>
            <a:off x="8793480" y="713680"/>
            <a:ext cx="3640043" cy="944880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64" name="图片 1263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916" y="782260"/>
            <a:ext cx="784860" cy="784860"/>
          </a:xfrm>
          <a:prstGeom prst="rect">
            <a:avLst/>
          </a:prstGeom>
        </p:spPr>
      </p:pic>
      <p:sp>
        <p:nvSpPr>
          <p:cNvPr id="1266" name="文本框 1265"/>
          <p:cNvSpPr txBox="1"/>
          <p:nvPr/>
        </p:nvSpPr>
        <p:spPr>
          <a:xfrm>
            <a:off x="9456145" y="675270"/>
            <a:ext cx="29773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photos were taken in early autumn, and both pictures show cedar trees.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8" name="图片 1267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61" y="123264"/>
            <a:ext cx="2157157" cy="2157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立方体 1014"/>
          <p:cNvSpPr/>
          <p:nvPr/>
        </p:nvSpPr>
        <p:spPr>
          <a:xfrm>
            <a:off x="8734816" y="1822390"/>
            <a:ext cx="3912205" cy="5036669"/>
          </a:xfrm>
          <a:custGeom>
            <a:avLst/>
            <a:gdLst>
              <a:gd name="csX0" fmla="*/ 0 w 3912205"/>
              <a:gd name="csY0" fmla="*/ 51837 h 5036669"/>
              <a:gd name="csX1" fmla="*/ 720602 w 3912205"/>
              <a:gd name="csY1" fmla="*/ 51837 h 5036669"/>
              <a:gd name="csX2" fmla="*/ 1286789 w 3912205"/>
              <a:gd name="csY2" fmla="*/ 51837 h 5036669"/>
              <a:gd name="csX3" fmla="*/ 1930184 w 3912205"/>
              <a:gd name="csY3" fmla="*/ 51837 h 5036669"/>
              <a:gd name="csX4" fmla="*/ 2573579 w 3912205"/>
              <a:gd name="csY4" fmla="*/ 51837 h 5036669"/>
              <a:gd name="csX5" fmla="*/ 3101162 w 3912205"/>
              <a:gd name="csY5" fmla="*/ 51837 h 5036669"/>
              <a:gd name="csX6" fmla="*/ 3860368 w 3912205"/>
              <a:gd name="csY6" fmla="*/ 51837 h 5036669"/>
              <a:gd name="csX7" fmla="*/ 3860368 w 3912205"/>
              <a:gd name="csY7" fmla="*/ 625093 h 5036669"/>
              <a:gd name="csX8" fmla="*/ 3860368 w 3912205"/>
              <a:gd name="csY8" fmla="*/ 1298045 h 5036669"/>
              <a:gd name="csX9" fmla="*/ 3860368 w 3912205"/>
              <a:gd name="csY9" fmla="*/ 1921149 h 5036669"/>
              <a:gd name="csX10" fmla="*/ 3860368 w 3912205"/>
              <a:gd name="csY10" fmla="*/ 2544253 h 5036669"/>
              <a:gd name="csX11" fmla="*/ 3860368 w 3912205"/>
              <a:gd name="csY11" fmla="*/ 3017812 h 5036669"/>
              <a:gd name="csX12" fmla="*/ 3860368 w 3912205"/>
              <a:gd name="csY12" fmla="*/ 3591068 h 5036669"/>
              <a:gd name="csX13" fmla="*/ 3860368 w 3912205"/>
              <a:gd name="csY13" fmla="*/ 4313868 h 5036669"/>
              <a:gd name="csX14" fmla="*/ 3860368 w 3912205"/>
              <a:gd name="csY14" fmla="*/ 5036669 h 5036669"/>
              <a:gd name="csX15" fmla="*/ 3332784 w 3912205"/>
              <a:gd name="csY15" fmla="*/ 5036669 h 5036669"/>
              <a:gd name="csX16" fmla="*/ 2689390 w 3912205"/>
              <a:gd name="csY16" fmla="*/ 5036669 h 5036669"/>
              <a:gd name="csX17" fmla="*/ 1968788 w 3912205"/>
              <a:gd name="csY17" fmla="*/ 5036669 h 5036669"/>
              <a:gd name="csX18" fmla="*/ 1441204 w 3912205"/>
              <a:gd name="csY18" fmla="*/ 5036669 h 5036669"/>
              <a:gd name="csX19" fmla="*/ 913620 w 3912205"/>
              <a:gd name="csY19" fmla="*/ 5036669 h 5036669"/>
              <a:gd name="csX20" fmla="*/ 0 w 3912205"/>
              <a:gd name="csY20" fmla="*/ 5036669 h 5036669"/>
              <a:gd name="csX21" fmla="*/ 0 w 3912205"/>
              <a:gd name="csY21" fmla="*/ 4313868 h 5036669"/>
              <a:gd name="csX22" fmla="*/ 0 w 3912205"/>
              <a:gd name="csY22" fmla="*/ 3591068 h 5036669"/>
              <a:gd name="csX23" fmla="*/ 0 w 3912205"/>
              <a:gd name="csY23" fmla="*/ 3117509 h 5036669"/>
              <a:gd name="csX24" fmla="*/ 0 w 3912205"/>
              <a:gd name="csY24" fmla="*/ 2544253 h 5036669"/>
              <a:gd name="csX25" fmla="*/ 0 w 3912205"/>
              <a:gd name="csY25" fmla="*/ 1871301 h 5036669"/>
              <a:gd name="csX26" fmla="*/ 0 w 3912205"/>
              <a:gd name="csY26" fmla="*/ 1347893 h 5036669"/>
              <a:gd name="csX27" fmla="*/ 0 w 3912205"/>
              <a:gd name="csY27" fmla="*/ 874334 h 5036669"/>
              <a:gd name="csX28" fmla="*/ 0 w 3912205"/>
              <a:gd name="csY28" fmla="*/ 51837 h 5036669"/>
              <a:gd name="csX0-1" fmla="*/ 3860368 w 3912205"/>
              <a:gd name="csY0-2" fmla="*/ 51837 h 5036669"/>
              <a:gd name="csX1-3" fmla="*/ 3912205 w 3912205"/>
              <a:gd name="csY1-4" fmla="*/ 0 h 5036669"/>
              <a:gd name="csX2-5" fmla="*/ 3912205 w 3912205"/>
              <a:gd name="csY2-6" fmla="*/ 672952 h 5036669"/>
              <a:gd name="csX3-7" fmla="*/ 3912205 w 3912205"/>
              <a:gd name="csY3-8" fmla="*/ 1246208 h 5036669"/>
              <a:gd name="csX4-9" fmla="*/ 3912205 w 3912205"/>
              <a:gd name="csY4-10" fmla="*/ 1769615 h 5036669"/>
              <a:gd name="csX5-11" fmla="*/ 3912205 w 3912205"/>
              <a:gd name="csY5-12" fmla="*/ 2442568 h 5036669"/>
              <a:gd name="csX6-13" fmla="*/ 3912205 w 3912205"/>
              <a:gd name="csY6-14" fmla="*/ 3165368 h 5036669"/>
              <a:gd name="csX7-15" fmla="*/ 3912205 w 3912205"/>
              <a:gd name="csY7-16" fmla="*/ 3738624 h 5036669"/>
              <a:gd name="csX8-17" fmla="*/ 3912205 w 3912205"/>
              <a:gd name="csY8-18" fmla="*/ 4311880 h 5036669"/>
              <a:gd name="csX9-19" fmla="*/ 3912205 w 3912205"/>
              <a:gd name="csY9-20" fmla="*/ 4984832 h 5036669"/>
              <a:gd name="csX10-21" fmla="*/ 3860368 w 3912205"/>
              <a:gd name="csY10-22" fmla="*/ 5036669 h 5036669"/>
              <a:gd name="csX11-23" fmla="*/ 3860368 w 3912205"/>
              <a:gd name="csY11-24" fmla="*/ 4363717 h 5036669"/>
              <a:gd name="csX12-25" fmla="*/ 3860368 w 3912205"/>
              <a:gd name="csY12-26" fmla="*/ 3740613 h 5036669"/>
              <a:gd name="csX13-27" fmla="*/ 3860368 w 3912205"/>
              <a:gd name="csY13-28" fmla="*/ 3067660 h 5036669"/>
              <a:gd name="csX14-29" fmla="*/ 3860368 w 3912205"/>
              <a:gd name="csY14-30" fmla="*/ 2494405 h 5036669"/>
              <a:gd name="csX15-31" fmla="*/ 3860368 w 3912205"/>
              <a:gd name="csY15-32" fmla="*/ 1871301 h 5036669"/>
              <a:gd name="csX16-33" fmla="*/ 3860368 w 3912205"/>
              <a:gd name="csY16-34" fmla="*/ 1148500 h 5036669"/>
              <a:gd name="csX17-35" fmla="*/ 3860368 w 3912205"/>
              <a:gd name="csY17-36" fmla="*/ 674941 h 5036669"/>
              <a:gd name="csX18-37" fmla="*/ 3860368 w 3912205"/>
              <a:gd name="csY18-38" fmla="*/ 51837 h 5036669"/>
              <a:gd name="csX0-39" fmla="*/ 0 w 3912205"/>
              <a:gd name="csY0-40" fmla="*/ 51837 h 5036669"/>
              <a:gd name="csX1-41" fmla="*/ 51837 w 3912205"/>
              <a:gd name="csY1-42" fmla="*/ 0 h 5036669"/>
              <a:gd name="csX2-43" fmla="*/ 579421 w 3912205"/>
              <a:gd name="csY2-44" fmla="*/ 0 h 5036669"/>
              <a:gd name="csX3-45" fmla="*/ 1261419 w 3912205"/>
              <a:gd name="csY3-46" fmla="*/ 0 h 5036669"/>
              <a:gd name="csX4-47" fmla="*/ 1982021 w 3912205"/>
              <a:gd name="csY4-48" fmla="*/ 0 h 5036669"/>
              <a:gd name="csX5-49" fmla="*/ 2509605 w 3912205"/>
              <a:gd name="csY5-50" fmla="*/ 0 h 5036669"/>
              <a:gd name="csX6-51" fmla="*/ 3075792 w 3912205"/>
              <a:gd name="csY6-52" fmla="*/ 0 h 5036669"/>
              <a:gd name="csX7-53" fmla="*/ 3912205 w 3912205"/>
              <a:gd name="csY7-54" fmla="*/ 0 h 5036669"/>
              <a:gd name="csX8-55" fmla="*/ 3860368 w 3912205"/>
              <a:gd name="csY8-56" fmla="*/ 51837 h 5036669"/>
              <a:gd name="csX9-57" fmla="*/ 3332784 w 3912205"/>
              <a:gd name="csY9-58" fmla="*/ 51837 h 5036669"/>
              <a:gd name="csX10-59" fmla="*/ 2689390 w 3912205"/>
              <a:gd name="csY10-60" fmla="*/ 51837 h 5036669"/>
              <a:gd name="csX11-61" fmla="*/ 2123202 w 3912205"/>
              <a:gd name="csY11-62" fmla="*/ 51837 h 5036669"/>
              <a:gd name="csX12-63" fmla="*/ 1595619 w 3912205"/>
              <a:gd name="csY12-64" fmla="*/ 51837 h 5036669"/>
              <a:gd name="csX13-65" fmla="*/ 1068035 w 3912205"/>
              <a:gd name="csY13-66" fmla="*/ 51837 h 5036669"/>
              <a:gd name="csX14-67" fmla="*/ 0 w 3912205"/>
              <a:gd name="csY14-68" fmla="*/ 51837 h 5036669"/>
              <a:gd name="csX0-69" fmla="*/ 0 w 3912205"/>
              <a:gd name="csY0-70" fmla="*/ 51837 h 5036669"/>
              <a:gd name="csX1-71" fmla="*/ 51837 w 3912205"/>
              <a:gd name="csY1-72" fmla="*/ 0 h 5036669"/>
              <a:gd name="csX2-73" fmla="*/ 656628 w 3912205"/>
              <a:gd name="csY2-74" fmla="*/ 0 h 5036669"/>
              <a:gd name="csX3-75" fmla="*/ 1338626 w 3912205"/>
              <a:gd name="csY3-76" fmla="*/ 0 h 5036669"/>
              <a:gd name="csX4-77" fmla="*/ 1904814 w 3912205"/>
              <a:gd name="csY4-78" fmla="*/ 0 h 5036669"/>
              <a:gd name="csX5-79" fmla="*/ 2509605 w 3912205"/>
              <a:gd name="csY5-80" fmla="*/ 0 h 5036669"/>
              <a:gd name="csX6-81" fmla="*/ 3075792 w 3912205"/>
              <a:gd name="csY6-82" fmla="*/ 0 h 5036669"/>
              <a:gd name="csX7-83" fmla="*/ 3912205 w 3912205"/>
              <a:gd name="csY7-84" fmla="*/ 0 h 5036669"/>
              <a:gd name="csX8-85" fmla="*/ 3912205 w 3912205"/>
              <a:gd name="csY8-86" fmla="*/ 573256 h 5036669"/>
              <a:gd name="csX9-87" fmla="*/ 3912205 w 3912205"/>
              <a:gd name="csY9-88" fmla="*/ 1146511 h 5036669"/>
              <a:gd name="csX10-89" fmla="*/ 3912205 w 3912205"/>
              <a:gd name="csY10-90" fmla="*/ 1620070 h 5036669"/>
              <a:gd name="csX11-91" fmla="*/ 3912205 w 3912205"/>
              <a:gd name="csY11-92" fmla="*/ 2293023 h 5036669"/>
              <a:gd name="csX12-93" fmla="*/ 3912205 w 3912205"/>
              <a:gd name="csY12-94" fmla="*/ 2816430 h 5036669"/>
              <a:gd name="csX13-95" fmla="*/ 3912205 w 3912205"/>
              <a:gd name="csY13-96" fmla="*/ 3289989 h 5036669"/>
              <a:gd name="csX14-97" fmla="*/ 3912205 w 3912205"/>
              <a:gd name="csY14-98" fmla="*/ 4012790 h 5036669"/>
              <a:gd name="csX15-99" fmla="*/ 3912205 w 3912205"/>
              <a:gd name="csY15-100" fmla="*/ 4984832 h 5036669"/>
              <a:gd name="csX16-101" fmla="*/ 3860368 w 3912205"/>
              <a:gd name="csY16-102" fmla="*/ 5036669 h 5036669"/>
              <a:gd name="csX17-103" fmla="*/ 3332784 w 3912205"/>
              <a:gd name="csY17-104" fmla="*/ 5036669 h 5036669"/>
              <a:gd name="csX18-105" fmla="*/ 2766597 w 3912205"/>
              <a:gd name="csY18-106" fmla="*/ 5036669 h 5036669"/>
              <a:gd name="csX19-107" fmla="*/ 2045995 w 3912205"/>
              <a:gd name="csY19-108" fmla="*/ 5036669 h 5036669"/>
              <a:gd name="csX20-109" fmla="*/ 1402600 w 3912205"/>
              <a:gd name="csY20-110" fmla="*/ 5036669 h 5036669"/>
              <a:gd name="csX21-111" fmla="*/ 759206 w 3912205"/>
              <a:gd name="csY21-112" fmla="*/ 5036669 h 5036669"/>
              <a:gd name="csX22-113" fmla="*/ 0 w 3912205"/>
              <a:gd name="csY22-114" fmla="*/ 5036669 h 5036669"/>
              <a:gd name="csX23-115" fmla="*/ 0 w 3912205"/>
              <a:gd name="csY23-116" fmla="*/ 4513262 h 5036669"/>
              <a:gd name="csX24-117" fmla="*/ 0 w 3912205"/>
              <a:gd name="csY24-118" fmla="*/ 3790461 h 5036669"/>
              <a:gd name="csX25-119" fmla="*/ 0 w 3912205"/>
              <a:gd name="csY25-120" fmla="*/ 3267054 h 5036669"/>
              <a:gd name="csX26-121" fmla="*/ 0 w 3912205"/>
              <a:gd name="csY26-122" fmla="*/ 2643950 h 5036669"/>
              <a:gd name="csX27-123" fmla="*/ 0 w 3912205"/>
              <a:gd name="csY27-124" fmla="*/ 1970997 h 5036669"/>
              <a:gd name="csX28-125" fmla="*/ 0 w 3912205"/>
              <a:gd name="csY28-126" fmla="*/ 1397742 h 5036669"/>
              <a:gd name="csX29" fmla="*/ 0 w 3912205"/>
              <a:gd name="csY29" fmla="*/ 724789 h 5036669"/>
              <a:gd name="csX30" fmla="*/ 0 w 3912205"/>
              <a:gd name="csY30" fmla="*/ 51837 h 5036669"/>
              <a:gd name="csX31" fmla="*/ 0 w 3912205"/>
              <a:gd name="csY31" fmla="*/ 51837 h 5036669"/>
              <a:gd name="csX32" fmla="*/ 720602 w 3912205"/>
              <a:gd name="csY32" fmla="*/ 51837 h 5036669"/>
              <a:gd name="csX33" fmla="*/ 1402600 w 3912205"/>
              <a:gd name="csY33" fmla="*/ 51837 h 5036669"/>
              <a:gd name="csX34" fmla="*/ 1968788 w 3912205"/>
              <a:gd name="csY34" fmla="*/ 51837 h 5036669"/>
              <a:gd name="csX35" fmla="*/ 2689390 w 3912205"/>
              <a:gd name="csY35" fmla="*/ 51837 h 5036669"/>
              <a:gd name="csX36" fmla="*/ 3860368 w 3912205"/>
              <a:gd name="csY36" fmla="*/ 51837 h 5036669"/>
              <a:gd name="csX37" fmla="*/ 3912205 w 3912205"/>
              <a:gd name="csY37" fmla="*/ 0 h 5036669"/>
              <a:gd name="csX38" fmla="*/ 3860368 w 3912205"/>
              <a:gd name="csY38" fmla="*/ 51837 h 5036669"/>
              <a:gd name="csX39" fmla="*/ 3860368 w 3912205"/>
              <a:gd name="csY39" fmla="*/ 674941 h 5036669"/>
              <a:gd name="csX40" fmla="*/ 3860368 w 3912205"/>
              <a:gd name="csY40" fmla="*/ 1198348 h 5036669"/>
              <a:gd name="csX41" fmla="*/ 3860368 w 3912205"/>
              <a:gd name="csY41" fmla="*/ 1921149 h 5036669"/>
              <a:gd name="csX42" fmla="*/ 3860368 w 3912205"/>
              <a:gd name="csY42" fmla="*/ 2394708 h 5036669"/>
              <a:gd name="csX43" fmla="*/ 3860368 w 3912205"/>
              <a:gd name="csY43" fmla="*/ 2967964 h 5036669"/>
              <a:gd name="csX44" fmla="*/ 3860368 w 3912205"/>
              <a:gd name="csY44" fmla="*/ 3441523 h 5036669"/>
              <a:gd name="csX45" fmla="*/ 3860368 w 3912205"/>
              <a:gd name="csY45" fmla="*/ 4164323 h 5036669"/>
              <a:gd name="csX46" fmla="*/ 3860368 w 3912205"/>
              <a:gd name="csY46" fmla="*/ 5036669 h 503666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27" y="csY13-28"/>
              </a:cxn>
              <a:cxn ang="0">
                <a:pos x="csX14-29" y="csY14-30"/>
              </a:cxn>
              <a:cxn ang="0">
                <a:pos x="csX15-31" y="csY15-32"/>
              </a:cxn>
              <a:cxn ang="0">
                <a:pos x="csX16-33" y="csY16-34"/>
              </a:cxn>
              <a:cxn ang="0">
                <a:pos x="csX17-35" y="csY17-36"/>
              </a:cxn>
              <a:cxn ang="0">
                <a:pos x="csX18-37" y="csY18-38"/>
              </a:cxn>
              <a:cxn ang="0">
                <a:pos x="csX19-107" y="csY19-108"/>
              </a:cxn>
              <a:cxn ang="0">
                <a:pos x="csX20-109" y="csY20-110"/>
              </a:cxn>
              <a:cxn ang="0">
                <a:pos x="csX21-111" y="csY21-112"/>
              </a:cxn>
              <a:cxn ang="0">
                <a:pos x="csX22-113" y="csY22-114"/>
              </a:cxn>
              <a:cxn ang="0">
                <a:pos x="csX23-115" y="csY23-116"/>
              </a:cxn>
              <a:cxn ang="0">
                <a:pos x="csX24-117" y="csY24-118"/>
              </a:cxn>
              <a:cxn ang="0">
                <a:pos x="csX25-119" y="csY25-120"/>
              </a:cxn>
              <a:cxn ang="0">
                <a:pos x="csX26-121" y="csY26-122"/>
              </a:cxn>
              <a:cxn ang="0">
                <a:pos x="csX27-123" y="csY27-124"/>
              </a:cxn>
              <a:cxn ang="0">
                <a:pos x="csX28-125" y="csY28-126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3912205" h="5036669" stroke="0" extrusionOk="0">
                <a:moveTo>
                  <a:pt x="0" y="51837"/>
                </a:moveTo>
                <a:cubicBezTo>
                  <a:pt x="233579" y="40040"/>
                  <a:pt x="393944" y="75677"/>
                  <a:pt x="720602" y="51837"/>
                </a:cubicBezTo>
                <a:cubicBezTo>
                  <a:pt x="1047260" y="27997"/>
                  <a:pt x="1112080" y="44219"/>
                  <a:pt x="1286789" y="51837"/>
                </a:cubicBezTo>
                <a:cubicBezTo>
                  <a:pt x="1461498" y="59455"/>
                  <a:pt x="1650785" y="19817"/>
                  <a:pt x="1930184" y="51837"/>
                </a:cubicBezTo>
                <a:cubicBezTo>
                  <a:pt x="2209584" y="83857"/>
                  <a:pt x="2255673" y="48322"/>
                  <a:pt x="2573579" y="51837"/>
                </a:cubicBezTo>
                <a:cubicBezTo>
                  <a:pt x="2891486" y="55352"/>
                  <a:pt x="2994420" y="37246"/>
                  <a:pt x="3101162" y="51837"/>
                </a:cubicBezTo>
                <a:cubicBezTo>
                  <a:pt x="3207904" y="66428"/>
                  <a:pt x="3620880" y="55056"/>
                  <a:pt x="3860368" y="51837"/>
                </a:cubicBezTo>
                <a:cubicBezTo>
                  <a:pt x="3857153" y="337116"/>
                  <a:pt x="3887096" y="432253"/>
                  <a:pt x="3860368" y="625093"/>
                </a:cubicBezTo>
                <a:cubicBezTo>
                  <a:pt x="3833640" y="817933"/>
                  <a:pt x="3841417" y="1111070"/>
                  <a:pt x="3860368" y="1298045"/>
                </a:cubicBezTo>
                <a:cubicBezTo>
                  <a:pt x="3879319" y="1485020"/>
                  <a:pt x="3866990" y="1765518"/>
                  <a:pt x="3860368" y="1921149"/>
                </a:cubicBezTo>
                <a:cubicBezTo>
                  <a:pt x="3853746" y="2076780"/>
                  <a:pt x="3863445" y="2377622"/>
                  <a:pt x="3860368" y="2544253"/>
                </a:cubicBezTo>
                <a:cubicBezTo>
                  <a:pt x="3857291" y="2710884"/>
                  <a:pt x="3869527" y="2821517"/>
                  <a:pt x="3860368" y="3017812"/>
                </a:cubicBezTo>
                <a:cubicBezTo>
                  <a:pt x="3851209" y="3214107"/>
                  <a:pt x="3881547" y="3414944"/>
                  <a:pt x="3860368" y="3591068"/>
                </a:cubicBezTo>
                <a:cubicBezTo>
                  <a:pt x="3839189" y="3767192"/>
                  <a:pt x="3859707" y="4054397"/>
                  <a:pt x="3860368" y="4313868"/>
                </a:cubicBezTo>
                <a:cubicBezTo>
                  <a:pt x="3861029" y="4573339"/>
                  <a:pt x="3873488" y="4717890"/>
                  <a:pt x="3860368" y="5036669"/>
                </a:cubicBezTo>
                <a:cubicBezTo>
                  <a:pt x="3609008" y="5046913"/>
                  <a:pt x="3557300" y="5061085"/>
                  <a:pt x="3332784" y="5036669"/>
                </a:cubicBezTo>
                <a:cubicBezTo>
                  <a:pt x="3108268" y="5012253"/>
                  <a:pt x="2913857" y="5048132"/>
                  <a:pt x="2689390" y="5036669"/>
                </a:cubicBezTo>
                <a:cubicBezTo>
                  <a:pt x="2464923" y="5025206"/>
                  <a:pt x="2304336" y="5051650"/>
                  <a:pt x="1968788" y="5036669"/>
                </a:cubicBezTo>
                <a:cubicBezTo>
                  <a:pt x="1633240" y="5021688"/>
                  <a:pt x="1625365" y="5055755"/>
                  <a:pt x="1441204" y="5036669"/>
                </a:cubicBezTo>
                <a:cubicBezTo>
                  <a:pt x="1257043" y="5017583"/>
                  <a:pt x="1067915" y="5040408"/>
                  <a:pt x="913620" y="5036669"/>
                </a:cubicBezTo>
                <a:cubicBezTo>
                  <a:pt x="759325" y="5032930"/>
                  <a:pt x="353880" y="5071608"/>
                  <a:pt x="0" y="5036669"/>
                </a:cubicBezTo>
                <a:cubicBezTo>
                  <a:pt x="-27003" y="4793088"/>
                  <a:pt x="18239" y="4536292"/>
                  <a:pt x="0" y="4313868"/>
                </a:cubicBezTo>
                <a:cubicBezTo>
                  <a:pt x="-18239" y="4091444"/>
                  <a:pt x="-25776" y="3806417"/>
                  <a:pt x="0" y="3591068"/>
                </a:cubicBezTo>
                <a:cubicBezTo>
                  <a:pt x="25776" y="3375719"/>
                  <a:pt x="-20335" y="3323671"/>
                  <a:pt x="0" y="3117509"/>
                </a:cubicBezTo>
                <a:cubicBezTo>
                  <a:pt x="20335" y="2911347"/>
                  <a:pt x="27768" y="2734692"/>
                  <a:pt x="0" y="2544253"/>
                </a:cubicBezTo>
                <a:cubicBezTo>
                  <a:pt x="-27768" y="2353814"/>
                  <a:pt x="-17569" y="2026106"/>
                  <a:pt x="0" y="1871301"/>
                </a:cubicBezTo>
                <a:cubicBezTo>
                  <a:pt x="17569" y="1716496"/>
                  <a:pt x="-22767" y="1453458"/>
                  <a:pt x="0" y="1347893"/>
                </a:cubicBezTo>
                <a:cubicBezTo>
                  <a:pt x="22767" y="1242328"/>
                  <a:pt x="-23144" y="970804"/>
                  <a:pt x="0" y="874334"/>
                </a:cubicBezTo>
                <a:cubicBezTo>
                  <a:pt x="23144" y="777864"/>
                  <a:pt x="16019" y="260390"/>
                  <a:pt x="0" y="51837"/>
                </a:cubicBezTo>
                <a:close/>
              </a:path>
              <a:path w="3912205" h="5036669" fill="darkenLess" stroke="0" extrusionOk="0">
                <a:moveTo>
                  <a:pt x="3860368" y="51837"/>
                </a:moveTo>
                <a:cubicBezTo>
                  <a:pt x="3875347" y="34787"/>
                  <a:pt x="3889533" y="19497"/>
                  <a:pt x="3912205" y="0"/>
                </a:cubicBezTo>
                <a:cubicBezTo>
                  <a:pt x="3917740" y="271131"/>
                  <a:pt x="3901646" y="493351"/>
                  <a:pt x="3912205" y="672952"/>
                </a:cubicBezTo>
                <a:cubicBezTo>
                  <a:pt x="3922764" y="852553"/>
                  <a:pt x="3923820" y="1038435"/>
                  <a:pt x="3912205" y="1246208"/>
                </a:cubicBezTo>
                <a:cubicBezTo>
                  <a:pt x="3900590" y="1453981"/>
                  <a:pt x="3927991" y="1524366"/>
                  <a:pt x="3912205" y="1769615"/>
                </a:cubicBezTo>
                <a:cubicBezTo>
                  <a:pt x="3896419" y="2014864"/>
                  <a:pt x="3899416" y="2192463"/>
                  <a:pt x="3912205" y="2442568"/>
                </a:cubicBezTo>
                <a:cubicBezTo>
                  <a:pt x="3924994" y="2692673"/>
                  <a:pt x="3877374" y="2806171"/>
                  <a:pt x="3912205" y="3165368"/>
                </a:cubicBezTo>
                <a:cubicBezTo>
                  <a:pt x="3947036" y="3524565"/>
                  <a:pt x="3925551" y="3464807"/>
                  <a:pt x="3912205" y="3738624"/>
                </a:cubicBezTo>
                <a:cubicBezTo>
                  <a:pt x="3898859" y="4012441"/>
                  <a:pt x="3903554" y="4083145"/>
                  <a:pt x="3912205" y="4311880"/>
                </a:cubicBezTo>
                <a:cubicBezTo>
                  <a:pt x="3920856" y="4540615"/>
                  <a:pt x="3918834" y="4792009"/>
                  <a:pt x="3912205" y="4984832"/>
                </a:cubicBezTo>
                <a:cubicBezTo>
                  <a:pt x="3884878" y="5007127"/>
                  <a:pt x="3882336" y="5010889"/>
                  <a:pt x="3860368" y="5036669"/>
                </a:cubicBezTo>
                <a:cubicBezTo>
                  <a:pt x="3844506" y="4717078"/>
                  <a:pt x="3880456" y="4678939"/>
                  <a:pt x="3860368" y="4363717"/>
                </a:cubicBezTo>
                <a:cubicBezTo>
                  <a:pt x="3840280" y="4048495"/>
                  <a:pt x="3850749" y="3920001"/>
                  <a:pt x="3860368" y="3740613"/>
                </a:cubicBezTo>
                <a:cubicBezTo>
                  <a:pt x="3869987" y="3561225"/>
                  <a:pt x="3848578" y="3259826"/>
                  <a:pt x="3860368" y="3067660"/>
                </a:cubicBezTo>
                <a:cubicBezTo>
                  <a:pt x="3872158" y="2875494"/>
                  <a:pt x="3861545" y="2764663"/>
                  <a:pt x="3860368" y="2494405"/>
                </a:cubicBezTo>
                <a:cubicBezTo>
                  <a:pt x="3859191" y="2224147"/>
                  <a:pt x="3864119" y="2083938"/>
                  <a:pt x="3860368" y="1871301"/>
                </a:cubicBezTo>
                <a:cubicBezTo>
                  <a:pt x="3856617" y="1658664"/>
                  <a:pt x="3835568" y="1484888"/>
                  <a:pt x="3860368" y="1148500"/>
                </a:cubicBezTo>
                <a:cubicBezTo>
                  <a:pt x="3885168" y="812112"/>
                  <a:pt x="3875534" y="901993"/>
                  <a:pt x="3860368" y="674941"/>
                </a:cubicBezTo>
                <a:cubicBezTo>
                  <a:pt x="3845202" y="447889"/>
                  <a:pt x="3830883" y="304173"/>
                  <a:pt x="3860368" y="51837"/>
                </a:cubicBezTo>
                <a:close/>
              </a:path>
              <a:path w="3912205" h="5036669" fill="lightenLess" stroke="0" extrusionOk="0">
                <a:moveTo>
                  <a:pt x="0" y="51837"/>
                </a:moveTo>
                <a:cubicBezTo>
                  <a:pt x="11263" y="40282"/>
                  <a:pt x="36386" y="14854"/>
                  <a:pt x="51837" y="0"/>
                </a:cubicBezTo>
                <a:cubicBezTo>
                  <a:pt x="314461" y="12677"/>
                  <a:pt x="444354" y="19631"/>
                  <a:pt x="579421" y="0"/>
                </a:cubicBezTo>
                <a:cubicBezTo>
                  <a:pt x="714488" y="-19631"/>
                  <a:pt x="1016016" y="-21983"/>
                  <a:pt x="1261419" y="0"/>
                </a:cubicBezTo>
                <a:cubicBezTo>
                  <a:pt x="1506822" y="21983"/>
                  <a:pt x="1757435" y="33987"/>
                  <a:pt x="1982021" y="0"/>
                </a:cubicBezTo>
                <a:cubicBezTo>
                  <a:pt x="2206607" y="-33987"/>
                  <a:pt x="2387546" y="-13028"/>
                  <a:pt x="2509605" y="0"/>
                </a:cubicBezTo>
                <a:cubicBezTo>
                  <a:pt x="2631664" y="13028"/>
                  <a:pt x="2794731" y="19055"/>
                  <a:pt x="3075792" y="0"/>
                </a:cubicBezTo>
                <a:cubicBezTo>
                  <a:pt x="3356853" y="-19055"/>
                  <a:pt x="3571336" y="16344"/>
                  <a:pt x="3912205" y="0"/>
                </a:cubicBezTo>
                <a:cubicBezTo>
                  <a:pt x="3898612" y="15991"/>
                  <a:pt x="3884260" y="30500"/>
                  <a:pt x="3860368" y="51837"/>
                </a:cubicBezTo>
                <a:cubicBezTo>
                  <a:pt x="3671157" y="70219"/>
                  <a:pt x="3593595" y="58026"/>
                  <a:pt x="3332784" y="51837"/>
                </a:cubicBezTo>
                <a:cubicBezTo>
                  <a:pt x="3071973" y="45648"/>
                  <a:pt x="2884432" y="61627"/>
                  <a:pt x="2689390" y="51837"/>
                </a:cubicBezTo>
                <a:cubicBezTo>
                  <a:pt x="2494348" y="42047"/>
                  <a:pt x="2298703" y="53557"/>
                  <a:pt x="2123202" y="51837"/>
                </a:cubicBezTo>
                <a:cubicBezTo>
                  <a:pt x="1947701" y="50117"/>
                  <a:pt x="1754909" y="53260"/>
                  <a:pt x="1595619" y="51837"/>
                </a:cubicBezTo>
                <a:cubicBezTo>
                  <a:pt x="1436329" y="50414"/>
                  <a:pt x="1184378" y="54797"/>
                  <a:pt x="1068035" y="51837"/>
                </a:cubicBezTo>
                <a:cubicBezTo>
                  <a:pt x="951692" y="48877"/>
                  <a:pt x="265417" y="94721"/>
                  <a:pt x="0" y="51837"/>
                </a:cubicBezTo>
                <a:close/>
              </a:path>
              <a:path w="3912205" h="5036669" fill="none" extrusionOk="0">
                <a:moveTo>
                  <a:pt x="0" y="51837"/>
                </a:moveTo>
                <a:cubicBezTo>
                  <a:pt x="20343" y="27851"/>
                  <a:pt x="33455" y="17243"/>
                  <a:pt x="51837" y="0"/>
                </a:cubicBezTo>
                <a:cubicBezTo>
                  <a:pt x="213794" y="-19302"/>
                  <a:pt x="508063" y="1368"/>
                  <a:pt x="656628" y="0"/>
                </a:cubicBezTo>
                <a:cubicBezTo>
                  <a:pt x="805193" y="-1368"/>
                  <a:pt x="1107470" y="-1389"/>
                  <a:pt x="1338626" y="0"/>
                </a:cubicBezTo>
                <a:cubicBezTo>
                  <a:pt x="1569782" y="1389"/>
                  <a:pt x="1722441" y="13628"/>
                  <a:pt x="1904814" y="0"/>
                </a:cubicBezTo>
                <a:cubicBezTo>
                  <a:pt x="2087187" y="-13628"/>
                  <a:pt x="2289631" y="-19797"/>
                  <a:pt x="2509605" y="0"/>
                </a:cubicBezTo>
                <a:cubicBezTo>
                  <a:pt x="2729579" y="19797"/>
                  <a:pt x="2815976" y="-7916"/>
                  <a:pt x="3075792" y="0"/>
                </a:cubicBezTo>
                <a:cubicBezTo>
                  <a:pt x="3335608" y="7916"/>
                  <a:pt x="3644929" y="2310"/>
                  <a:pt x="3912205" y="0"/>
                </a:cubicBezTo>
                <a:cubicBezTo>
                  <a:pt x="3884721" y="219047"/>
                  <a:pt x="3904745" y="456111"/>
                  <a:pt x="3912205" y="573256"/>
                </a:cubicBezTo>
                <a:cubicBezTo>
                  <a:pt x="3919665" y="690401"/>
                  <a:pt x="3935625" y="935269"/>
                  <a:pt x="3912205" y="1146511"/>
                </a:cubicBezTo>
                <a:cubicBezTo>
                  <a:pt x="3888785" y="1357754"/>
                  <a:pt x="3915795" y="1467614"/>
                  <a:pt x="3912205" y="1620070"/>
                </a:cubicBezTo>
                <a:cubicBezTo>
                  <a:pt x="3908615" y="1772526"/>
                  <a:pt x="3943922" y="2004106"/>
                  <a:pt x="3912205" y="2293023"/>
                </a:cubicBezTo>
                <a:cubicBezTo>
                  <a:pt x="3880488" y="2581940"/>
                  <a:pt x="3917557" y="2620954"/>
                  <a:pt x="3912205" y="2816430"/>
                </a:cubicBezTo>
                <a:cubicBezTo>
                  <a:pt x="3906853" y="3011906"/>
                  <a:pt x="3935077" y="3181058"/>
                  <a:pt x="3912205" y="3289989"/>
                </a:cubicBezTo>
                <a:cubicBezTo>
                  <a:pt x="3889333" y="3398920"/>
                  <a:pt x="3882885" y="3694472"/>
                  <a:pt x="3912205" y="4012790"/>
                </a:cubicBezTo>
                <a:cubicBezTo>
                  <a:pt x="3941525" y="4331108"/>
                  <a:pt x="3946345" y="4673091"/>
                  <a:pt x="3912205" y="4984832"/>
                </a:cubicBezTo>
                <a:cubicBezTo>
                  <a:pt x="3897233" y="5004786"/>
                  <a:pt x="3885790" y="5011577"/>
                  <a:pt x="3860368" y="5036669"/>
                </a:cubicBezTo>
                <a:cubicBezTo>
                  <a:pt x="3634787" y="5045849"/>
                  <a:pt x="3516824" y="5034996"/>
                  <a:pt x="3332784" y="5036669"/>
                </a:cubicBezTo>
                <a:cubicBezTo>
                  <a:pt x="3148744" y="5038342"/>
                  <a:pt x="2908571" y="5027070"/>
                  <a:pt x="2766597" y="5036669"/>
                </a:cubicBezTo>
                <a:cubicBezTo>
                  <a:pt x="2624623" y="5046268"/>
                  <a:pt x="2254429" y="5063067"/>
                  <a:pt x="2045995" y="5036669"/>
                </a:cubicBezTo>
                <a:cubicBezTo>
                  <a:pt x="1837561" y="5010271"/>
                  <a:pt x="1624148" y="5057876"/>
                  <a:pt x="1402600" y="5036669"/>
                </a:cubicBezTo>
                <a:cubicBezTo>
                  <a:pt x="1181052" y="5015462"/>
                  <a:pt x="920640" y="5018394"/>
                  <a:pt x="759206" y="5036669"/>
                </a:cubicBezTo>
                <a:cubicBezTo>
                  <a:pt x="597772" y="5054944"/>
                  <a:pt x="275265" y="5000418"/>
                  <a:pt x="0" y="5036669"/>
                </a:cubicBezTo>
                <a:cubicBezTo>
                  <a:pt x="3893" y="4924596"/>
                  <a:pt x="-3564" y="4704293"/>
                  <a:pt x="0" y="4513262"/>
                </a:cubicBezTo>
                <a:cubicBezTo>
                  <a:pt x="3564" y="4322231"/>
                  <a:pt x="6623" y="4069949"/>
                  <a:pt x="0" y="3790461"/>
                </a:cubicBezTo>
                <a:cubicBezTo>
                  <a:pt x="-6623" y="3510973"/>
                  <a:pt x="-2865" y="3468737"/>
                  <a:pt x="0" y="3267054"/>
                </a:cubicBezTo>
                <a:cubicBezTo>
                  <a:pt x="2865" y="3065371"/>
                  <a:pt x="12012" y="2865966"/>
                  <a:pt x="0" y="2643950"/>
                </a:cubicBezTo>
                <a:cubicBezTo>
                  <a:pt x="-12012" y="2421934"/>
                  <a:pt x="-18573" y="2273290"/>
                  <a:pt x="0" y="1970997"/>
                </a:cubicBezTo>
                <a:cubicBezTo>
                  <a:pt x="18573" y="1668704"/>
                  <a:pt x="-9638" y="1682775"/>
                  <a:pt x="0" y="1397742"/>
                </a:cubicBezTo>
                <a:cubicBezTo>
                  <a:pt x="9638" y="1112709"/>
                  <a:pt x="23673" y="1052843"/>
                  <a:pt x="0" y="724789"/>
                </a:cubicBezTo>
                <a:cubicBezTo>
                  <a:pt x="-23673" y="396735"/>
                  <a:pt x="8000" y="271383"/>
                  <a:pt x="0" y="51837"/>
                </a:cubicBezTo>
                <a:close/>
                <a:moveTo>
                  <a:pt x="0" y="51837"/>
                </a:moveTo>
                <a:cubicBezTo>
                  <a:pt x="294366" y="59672"/>
                  <a:pt x="443939" y="30922"/>
                  <a:pt x="720602" y="51837"/>
                </a:cubicBezTo>
                <a:cubicBezTo>
                  <a:pt x="997265" y="72752"/>
                  <a:pt x="1229976" y="78654"/>
                  <a:pt x="1402600" y="51837"/>
                </a:cubicBezTo>
                <a:cubicBezTo>
                  <a:pt x="1575224" y="25020"/>
                  <a:pt x="1769027" y="47259"/>
                  <a:pt x="1968788" y="51837"/>
                </a:cubicBezTo>
                <a:cubicBezTo>
                  <a:pt x="2168549" y="56415"/>
                  <a:pt x="2386335" y="46050"/>
                  <a:pt x="2689390" y="51837"/>
                </a:cubicBezTo>
                <a:cubicBezTo>
                  <a:pt x="2992445" y="57624"/>
                  <a:pt x="3481164" y="-3434"/>
                  <a:pt x="3860368" y="51837"/>
                </a:cubicBezTo>
                <a:cubicBezTo>
                  <a:pt x="3873141" y="38636"/>
                  <a:pt x="3893612" y="22955"/>
                  <a:pt x="3912205" y="0"/>
                </a:cubicBezTo>
                <a:moveTo>
                  <a:pt x="3860368" y="51837"/>
                </a:moveTo>
                <a:cubicBezTo>
                  <a:pt x="3833653" y="254049"/>
                  <a:pt x="3857413" y="439738"/>
                  <a:pt x="3860368" y="674941"/>
                </a:cubicBezTo>
                <a:cubicBezTo>
                  <a:pt x="3863323" y="910144"/>
                  <a:pt x="3835934" y="1013569"/>
                  <a:pt x="3860368" y="1198348"/>
                </a:cubicBezTo>
                <a:cubicBezTo>
                  <a:pt x="3884802" y="1383127"/>
                  <a:pt x="3835562" y="1590398"/>
                  <a:pt x="3860368" y="1921149"/>
                </a:cubicBezTo>
                <a:cubicBezTo>
                  <a:pt x="3885174" y="2251900"/>
                  <a:pt x="3847998" y="2237417"/>
                  <a:pt x="3860368" y="2394708"/>
                </a:cubicBezTo>
                <a:cubicBezTo>
                  <a:pt x="3872738" y="2551999"/>
                  <a:pt x="3867264" y="2812453"/>
                  <a:pt x="3860368" y="2967964"/>
                </a:cubicBezTo>
                <a:cubicBezTo>
                  <a:pt x="3853472" y="3123475"/>
                  <a:pt x="3850599" y="3275791"/>
                  <a:pt x="3860368" y="3441523"/>
                </a:cubicBezTo>
                <a:cubicBezTo>
                  <a:pt x="3870137" y="3607255"/>
                  <a:pt x="3868914" y="3980949"/>
                  <a:pt x="3860368" y="4164323"/>
                </a:cubicBezTo>
                <a:cubicBezTo>
                  <a:pt x="3851822" y="4347697"/>
                  <a:pt x="3887412" y="4745543"/>
                  <a:pt x="3860368" y="5036669"/>
                </a:cubicBezTo>
              </a:path>
              <a:path w="3912205" h="5036669" fill="none" stroke="0" extrusionOk="0">
                <a:moveTo>
                  <a:pt x="0" y="51837"/>
                </a:moveTo>
                <a:cubicBezTo>
                  <a:pt x="17900" y="36055"/>
                  <a:pt x="30223" y="22596"/>
                  <a:pt x="51837" y="0"/>
                </a:cubicBezTo>
                <a:cubicBezTo>
                  <a:pt x="204822" y="-23673"/>
                  <a:pt x="333553" y="17982"/>
                  <a:pt x="579421" y="0"/>
                </a:cubicBezTo>
                <a:cubicBezTo>
                  <a:pt x="825289" y="-17982"/>
                  <a:pt x="942024" y="23044"/>
                  <a:pt x="1107004" y="0"/>
                </a:cubicBezTo>
                <a:cubicBezTo>
                  <a:pt x="1271984" y="-23044"/>
                  <a:pt x="1490424" y="26591"/>
                  <a:pt x="1827606" y="0"/>
                </a:cubicBezTo>
                <a:cubicBezTo>
                  <a:pt x="2164788" y="-26591"/>
                  <a:pt x="2302341" y="22074"/>
                  <a:pt x="2471001" y="0"/>
                </a:cubicBezTo>
                <a:cubicBezTo>
                  <a:pt x="2639662" y="-22074"/>
                  <a:pt x="2948300" y="-19847"/>
                  <a:pt x="3191603" y="0"/>
                </a:cubicBezTo>
                <a:cubicBezTo>
                  <a:pt x="3434906" y="19847"/>
                  <a:pt x="3687445" y="-25590"/>
                  <a:pt x="3912205" y="0"/>
                </a:cubicBezTo>
                <a:cubicBezTo>
                  <a:pt x="3936734" y="256272"/>
                  <a:pt x="3918481" y="300723"/>
                  <a:pt x="3912205" y="573256"/>
                </a:cubicBezTo>
                <a:cubicBezTo>
                  <a:pt x="3905929" y="845789"/>
                  <a:pt x="3918442" y="837744"/>
                  <a:pt x="3912205" y="1046815"/>
                </a:cubicBezTo>
                <a:cubicBezTo>
                  <a:pt x="3905968" y="1255886"/>
                  <a:pt x="3935241" y="1567698"/>
                  <a:pt x="3912205" y="1769615"/>
                </a:cubicBezTo>
                <a:cubicBezTo>
                  <a:pt x="3889169" y="1971532"/>
                  <a:pt x="3934260" y="2128955"/>
                  <a:pt x="3912205" y="2342871"/>
                </a:cubicBezTo>
                <a:cubicBezTo>
                  <a:pt x="3890150" y="2556787"/>
                  <a:pt x="3940205" y="2732254"/>
                  <a:pt x="3912205" y="2916127"/>
                </a:cubicBezTo>
                <a:cubicBezTo>
                  <a:pt x="3884205" y="3100000"/>
                  <a:pt x="3887021" y="3377815"/>
                  <a:pt x="3912205" y="3589079"/>
                </a:cubicBezTo>
                <a:cubicBezTo>
                  <a:pt x="3937389" y="3800343"/>
                  <a:pt x="3915623" y="3977897"/>
                  <a:pt x="3912205" y="4262031"/>
                </a:cubicBezTo>
                <a:cubicBezTo>
                  <a:pt x="3908787" y="4546165"/>
                  <a:pt x="3884964" y="4806365"/>
                  <a:pt x="3912205" y="4984832"/>
                </a:cubicBezTo>
                <a:cubicBezTo>
                  <a:pt x="3888011" y="5005564"/>
                  <a:pt x="3871515" y="5025512"/>
                  <a:pt x="3860368" y="5036669"/>
                </a:cubicBezTo>
                <a:cubicBezTo>
                  <a:pt x="3612337" y="5059074"/>
                  <a:pt x="3502386" y="5016204"/>
                  <a:pt x="3332784" y="5036669"/>
                </a:cubicBezTo>
                <a:cubicBezTo>
                  <a:pt x="3163182" y="5057134"/>
                  <a:pt x="2868689" y="5025152"/>
                  <a:pt x="2650786" y="5036669"/>
                </a:cubicBezTo>
                <a:cubicBezTo>
                  <a:pt x="2432883" y="5048186"/>
                  <a:pt x="2294890" y="5034377"/>
                  <a:pt x="2007391" y="5036669"/>
                </a:cubicBezTo>
                <a:cubicBezTo>
                  <a:pt x="1719892" y="5038961"/>
                  <a:pt x="1647291" y="5047684"/>
                  <a:pt x="1363997" y="5036669"/>
                </a:cubicBezTo>
                <a:cubicBezTo>
                  <a:pt x="1080703" y="5025654"/>
                  <a:pt x="932176" y="5062782"/>
                  <a:pt x="681998" y="5036669"/>
                </a:cubicBezTo>
                <a:cubicBezTo>
                  <a:pt x="431820" y="5010556"/>
                  <a:pt x="156521" y="5019706"/>
                  <a:pt x="0" y="5036669"/>
                </a:cubicBezTo>
                <a:cubicBezTo>
                  <a:pt x="10742" y="4937269"/>
                  <a:pt x="-22135" y="4718347"/>
                  <a:pt x="0" y="4563110"/>
                </a:cubicBezTo>
                <a:cubicBezTo>
                  <a:pt x="22135" y="4407873"/>
                  <a:pt x="2547" y="4290763"/>
                  <a:pt x="0" y="4089551"/>
                </a:cubicBezTo>
                <a:cubicBezTo>
                  <a:pt x="-2547" y="3888339"/>
                  <a:pt x="-10985" y="3732913"/>
                  <a:pt x="0" y="3566144"/>
                </a:cubicBezTo>
                <a:cubicBezTo>
                  <a:pt x="10985" y="3399375"/>
                  <a:pt x="-5554" y="3076209"/>
                  <a:pt x="0" y="2943040"/>
                </a:cubicBezTo>
                <a:cubicBezTo>
                  <a:pt x="5554" y="2809871"/>
                  <a:pt x="-12912" y="2601598"/>
                  <a:pt x="0" y="2369784"/>
                </a:cubicBezTo>
                <a:cubicBezTo>
                  <a:pt x="12912" y="2137970"/>
                  <a:pt x="-20626" y="2081861"/>
                  <a:pt x="0" y="1846377"/>
                </a:cubicBezTo>
                <a:cubicBezTo>
                  <a:pt x="20626" y="1610893"/>
                  <a:pt x="-16908" y="1331649"/>
                  <a:pt x="0" y="1173424"/>
                </a:cubicBezTo>
                <a:cubicBezTo>
                  <a:pt x="16908" y="1015199"/>
                  <a:pt x="19920" y="847936"/>
                  <a:pt x="0" y="699865"/>
                </a:cubicBezTo>
                <a:cubicBezTo>
                  <a:pt x="-19920" y="551794"/>
                  <a:pt x="13245" y="358775"/>
                  <a:pt x="0" y="51837"/>
                </a:cubicBezTo>
                <a:close/>
                <a:moveTo>
                  <a:pt x="0" y="51837"/>
                </a:moveTo>
                <a:cubicBezTo>
                  <a:pt x="221887" y="40066"/>
                  <a:pt x="380915" y="36236"/>
                  <a:pt x="566187" y="51837"/>
                </a:cubicBezTo>
                <a:cubicBezTo>
                  <a:pt x="751459" y="67438"/>
                  <a:pt x="904647" y="64279"/>
                  <a:pt x="1132375" y="51837"/>
                </a:cubicBezTo>
                <a:cubicBezTo>
                  <a:pt x="1360103" y="39395"/>
                  <a:pt x="1611614" y="39985"/>
                  <a:pt x="1814373" y="51837"/>
                </a:cubicBezTo>
                <a:cubicBezTo>
                  <a:pt x="2017132" y="63689"/>
                  <a:pt x="2247545" y="72663"/>
                  <a:pt x="2419164" y="51837"/>
                </a:cubicBezTo>
                <a:cubicBezTo>
                  <a:pt x="2590783" y="31011"/>
                  <a:pt x="2924551" y="29235"/>
                  <a:pt x="3062559" y="51837"/>
                </a:cubicBezTo>
                <a:cubicBezTo>
                  <a:pt x="3200567" y="74439"/>
                  <a:pt x="3630771" y="62470"/>
                  <a:pt x="3860368" y="51837"/>
                </a:cubicBezTo>
                <a:cubicBezTo>
                  <a:pt x="3876086" y="37814"/>
                  <a:pt x="3892585" y="21133"/>
                  <a:pt x="3912205" y="0"/>
                </a:cubicBezTo>
                <a:moveTo>
                  <a:pt x="3860368" y="51837"/>
                </a:moveTo>
                <a:cubicBezTo>
                  <a:pt x="3876228" y="268551"/>
                  <a:pt x="3872927" y="584724"/>
                  <a:pt x="3860368" y="774638"/>
                </a:cubicBezTo>
                <a:cubicBezTo>
                  <a:pt x="3847809" y="964552"/>
                  <a:pt x="3866508" y="1237706"/>
                  <a:pt x="3860368" y="1497438"/>
                </a:cubicBezTo>
                <a:cubicBezTo>
                  <a:pt x="3854228" y="1757170"/>
                  <a:pt x="3853385" y="1958626"/>
                  <a:pt x="3860368" y="2120542"/>
                </a:cubicBezTo>
                <a:cubicBezTo>
                  <a:pt x="3867351" y="2282458"/>
                  <a:pt x="3886284" y="2482227"/>
                  <a:pt x="3860368" y="2643950"/>
                </a:cubicBezTo>
                <a:cubicBezTo>
                  <a:pt x="3834452" y="2805673"/>
                  <a:pt x="3863405" y="2916645"/>
                  <a:pt x="3860368" y="3117509"/>
                </a:cubicBezTo>
                <a:cubicBezTo>
                  <a:pt x="3857331" y="3318373"/>
                  <a:pt x="3856479" y="3381761"/>
                  <a:pt x="3860368" y="3640916"/>
                </a:cubicBezTo>
                <a:cubicBezTo>
                  <a:pt x="3864257" y="3900071"/>
                  <a:pt x="3847940" y="4006742"/>
                  <a:pt x="3860368" y="4164323"/>
                </a:cubicBezTo>
                <a:cubicBezTo>
                  <a:pt x="3872796" y="4321904"/>
                  <a:pt x="3894670" y="4647912"/>
                  <a:pt x="3860368" y="5036669"/>
                </a:cubicBezTo>
              </a:path>
            </a:pathLst>
          </a:custGeom>
          <a:solidFill>
            <a:srgbClr val="FDFFEB"/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8" name="矩形: 圆角 1087"/>
          <p:cNvSpPr/>
          <p:nvPr/>
        </p:nvSpPr>
        <p:spPr>
          <a:xfrm>
            <a:off x="8859320" y="2302836"/>
            <a:ext cx="3574203" cy="1109685"/>
          </a:xfrm>
          <a:prstGeom prst="roundRect">
            <a:avLst/>
          </a:prstGeom>
          <a:solidFill>
            <a:srgbClr val="F8F3F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4" name="立方体 723"/>
          <p:cNvSpPr/>
          <p:nvPr/>
        </p:nvSpPr>
        <p:spPr>
          <a:xfrm>
            <a:off x="3533605" y="3725306"/>
            <a:ext cx="5062998" cy="3128154"/>
          </a:xfrm>
          <a:custGeom>
            <a:avLst/>
            <a:gdLst>
              <a:gd name="csX0" fmla="*/ 0 w 5062998"/>
              <a:gd name="csY0" fmla="*/ 57026 h 3128154"/>
              <a:gd name="csX1" fmla="*/ 725866 w 5062998"/>
              <a:gd name="csY1" fmla="*/ 57026 h 3128154"/>
              <a:gd name="csX2" fmla="*/ 1251493 w 5062998"/>
              <a:gd name="csY2" fmla="*/ 57026 h 3128154"/>
              <a:gd name="csX3" fmla="*/ 1877240 w 5062998"/>
              <a:gd name="csY3" fmla="*/ 57026 h 3128154"/>
              <a:gd name="csX4" fmla="*/ 2502986 w 5062998"/>
              <a:gd name="csY4" fmla="*/ 57026 h 3128154"/>
              <a:gd name="csX5" fmla="*/ 2978553 w 5062998"/>
              <a:gd name="csY5" fmla="*/ 57026 h 3128154"/>
              <a:gd name="csX6" fmla="*/ 3604300 w 5062998"/>
              <a:gd name="csY6" fmla="*/ 57026 h 3128154"/>
              <a:gd name="csX7" fmla="*/ 4179987 w 5062998"/>
              <a:gd name="csY7" fmla="*/ 57026 h 3128154"/>
              <a:gd name="csX8" fmla="*/ 5005972 w 5062998"/>
              <a:gd name="csY8" fmla="*/ 57026 h 3128154"/>
              <a:gd name="csX9" fmla="*/ 5005972 w 5062998"/>
              <a:gd name="csY9" fmla="*/ 732674 h 3128154"/>
              <a:gd name="csX10" fmla="*/ 5005972 w 5062998"/>
              <a:gd name="csY10" fmla="*/ 1346900 h 3128154"/>
              <a:gd name="csX11" fmla="*/ 5005972 w 5062998"/>
              <a:gd name="csY11" fmla="*/ 1868992 h 3128154"/>
              <a:gd name="csX12" fmla="*/ 5005972 w 5062998"/>
              <a:gd name="csY12" fmla="*/ 2452506 h 3128154"/>
              <a:gd name="csX13" fmla="*/ 5005972 w 5062998"/>
              <a:gd name="csY13" fmla="*/ 3128154 h 3128154"/>
              <a:gd name="csX14" fmla="*/ 4430285 w 5062998"/>
              <a:gd name="csY14" fmla="*/ 3128154 h 3128154"/>
              <a:gd name="csX15" fmla="*/ 3904658 w 5062998"/>
              <a:gd name="csY15" fmla="*/ 3128154 h 3128154"/>
              <a:gd name="csX16" fmla="*/ 3278912 w 5062998"/>
              <a:gd name="csY16" fmla="*/ 3128154 h 3128154"/>
              <a:gd name="csX17" fmla="*/ 2553046 w 5062998"/>
              <a:gd name="csY17" fmla="*/ 3128154 h 3128154"/>
              <a:gd name="csX18" fmla="*/ 2077478 w 5062998"/>
              <a:gd name="csY18" fmla="*/ 3128154 h 3128154"/>
              <a:gd name="csX19" fmla="*/ 1601911 w 5062998"/>
              <a:gd name="csY19" fmla="*/ 3128154 h 3128154"/>
              <a:gd name="csX20" fmla="*/ 876045 w 5062998"/>
              <a:gd name="csY20" fmla="*/ 3128154 h 3128154"/>
              <a:gd name="csX21" fmla="*/ 0 w 5062998"/>
              <a:gd name="csY21" fmla="*/ 3128154 h 3128154"/>
              <a:gd name="csX22" fmla="*/ 0 w 5062998"/>
              <a:gd name="csY22" fmla="*/ 2606062 h 3128154"/>
              <a:gd name="csX23" fmla="*/ 0 w 5062998"/>
              <a:gd name="csY23" fmla="*/ 2083970 h 3128154"/>
              <a:gd name="csX24" fmla="*/ 0 w 5062998"/>
              <a:gd name="csY24" fmla="*/ 1500456 h 3128154"/>
              <a:gd name="csX25" fmla="*/ 0 w 5062998"/>
              <a:gd name="csY25" fmla="*/ 855519 h 3128154"/>
              <a:gd name="csX26" fmla="*/ 0 w 5062998"/>
              <a:gd name="csY26" fmla="*/ 57026 h 3128154"/>
              <a:gd name="csX0-1" fmla="*/ 5005972 w 5062998"/>
              <a:gd name="csY0-2" fmla="*/ 57026 h 3128154"/>
              <a:gd name="csX1-3" fmla="*/ 5062998 w 5062998"/>
              <a:gd name="csY1-4" fmla="*/ 0 h 3128154"/>
              <a:gd name="csX2-5" fmla="*/ 5062998 w 5062998"/>
              <a:gd name="csY2-6" fmla="*/ 552803 h 3128154"/>
              <a:gd name="csX3-7" fmla="*/ 5062998 w 5062998"/>
              <a:gd name="csY3-8" fmla="*/ 1074895 h 3128154"/>
              <a:gd name="csX4-9" fmla="*/ 5062998 w 5062998"/>
              <a:gd name="csY4-10" fmla="*/ 1689120 h 3128154"/>
              <a:gd name="csX5-11" fmla="*/ 5062998 w 5062998"/>
              <a:gd name="csY5-12" fmla="*/ 2272635 h 3128154"/>
              <a:gd name="csX6-13" fmla="*/ 5062998 w 5062998"/>
              <a:gd name="csY6-14" fmla="*/ 3071128 h 3128154"/>
              <a:gd name="csX7-15" fmla="*/ 5005972 w 5062998"/>
              <a:gd name="csY7-16" fmla="*/ 3128154 h 3128154"/>
              <a:gd name="csX8-17" fmla="*/ 5005972 w 5062998"/>
              <a:gd name="csY8-18" fmla="*/ 2513928 h 3128154"/>
              <a:gd name="csX9-19" fmla="*/ 5005972 w 5062998"/>
              <a:gd name="csY9-20" fmla="*/ 1868992 h 3128154"/>
              <a:gd name="csX10-21" fmla="*/ 5005972 w 5062998"/>
              <a:gd name="csY10-22" fmla="*/ 1224055 h 3128154"/>
              <a:gd name="csX11-23" fmla="*/ 5005972 w 5062998"/>
              <a:gd name="csY11-24" fmla="*/ 701963 h 3128154"/>
              <a:gd name="csX12-25" fmla="*/ 5005972 w 5062998"/>
              <a:gd name="csY12-26" fmla="*/ 57026 h 3128154"/>
              <a:gd name="csX0-27" fmla="*/ 0 w 5062998"/>
              <a:gd name="csY0-28" fmla="*/ 57026 h 3128154"/>
              <a:gd name="csX1-29" fmla="*/ 57026 w 5062998"/>
              <a:gd name="csY1-30" fmla="*/ 0 h 3128154"/>
              <a:gd name="csX2-31" fmla="*/ 682773 w 5062998"/>
              <a:gd name="csY2-32" fmla="*/ 0 h 3128154"/>
              <a:gd name="csX3-33" fmla="*/ 1308519 w 5062998"/>
              <a:gd name="csY3-34" fmla="*/ 0 h 3128154"/>
              <a:gd name="csX4-35" fmla="*/ 1784086 w 5062998"/>
              <a:gd name="csY4-36" fmla="*/ 0 h 3128154"/>
              <a:gd name="csX5-37" fmla="*/ 2259654 w 5062998"/>
              <a:gd name="csY5-38" fmla="*/ 0 h 3128154"/>
              <a:gd name="csX6-39" fmla="*/ 2985520 w 5062998"/>
              <a:gd name="csY6-40" fmla="*/ 0 h 3128154"/>
              <a:gd name="csX7-41" fmla="*/ 3561206 w 5062998"/>
              <a:gd name="csY7-42" fmla="*/ 0 h 3128154"/>
              <a:gd name="csX8-43" fmla="*/ 4086833 w 5062998"/>
              <a:gd name="csY8-44" fmla="*/ 0 h 3128154"/>
              <a:gd name="csX9-45" fmla="*/ 5062998 w 5062998"/>
              <a:gd name="csY9-46" fmla="*/ 0 h 3128154"/>
              <a:gd name="csX10-47" fmla="*/ 5005972 w 5062998"/>
              <a:gd name="csY10-48" fmla="*/ 57026 h 3128154"/>
              <a:gd name="csX11-49" fmla="*/ 4280106 w 5062998"/>
              <a:gd name="csY11-50" fmla="*/ 57026 h 3128154"/>
              <a:gd name="csX12-51" fmla="*/ 3654360 w 5062998"/>
              <a:gd name="csY12-52" fmla="*/ 57026 h 3128154"/>
              <a:gd name="csX13-53" fmla="*/ 3078673 w 5062998"/>
              <a:gd name="csY13-54" fmla="*/ 57026 h 3128154"/>
              <a:gd name="csX14-55" fmla="*/ 2352807 w 5062998"/>
              <a:gd name="csY14-56" fmla="*/ 57026 h 3128154"/>
              <a:gd name="csX15-57" fmla="*/ 1877240 w 5062998"/>
              <a:gd name="csY15-58" fmla="*/ 57026 h 3128154"/>
              <a:gd name="csX16-59" fmla="*/ 1401672 w 5062998"/>
              <a:gd name="csY16-60" fmla="*/ 57026 h 3128154"/>
              <a:gd name="csX17-61" fmla="*/ 825985 w 5062998"/>
              <a:gd name="csY17-62" fmla="*/ 57026 h 3128154"/>
              <a:gd name="csX18-63" fmla="*/ 0 w 5062998"/>
              <a:gd name="csY18-64" fmla="*/ 57026 h 3128154"/>
              <a:gd name="csX0-65" fmla="*/ 0 w 5062998"/>
              <a:gd name="csY0-66" fmla="*/ 57026 h 3128154"/>
              <a:gd name="csX1-67" fmla="*/ 57026 w 5062998"/>
              <a:gd name="csY1-68" fmla="*/ 0 h 3128154"/>
              <a:gd name="csX2-69" fmla="*/ 732832 w 5062998"/>
              <a:gd name="csY2-70" fmla="*/ 0 h 3128154"/>
              <a:gd name="csX3-71" fmla="*/ 1458698 w 5062998"/>
              <a:gd name="csY3-72" fmla="*/ 0 h 3128154"/>
              <a:gd name="csX4-73" fmla="*/ 2184564 w 5062998"/>
              <a:gd name="csY4-74" fmla="*/ 0 h 3128154"/>
              <a:gd name="csX5-75" fmla="*/ 2760251 w 5062998"/>
              <a:gd name="csY5-76" fmla="*/ 0 h 3128154"/>
              <a:gd name="csX6-77" fmla="*/ 3335938 w 5062998"/>
              <a:gd name="csY6-78" fmla="*/ 0 h 3128154"/>
              <a:gd name="csX7-79" fmla="*/ 4011744 w 5062998"/>
              <a:gd name="csY7-80" fmla="*/ 0 h 3128154"/>
              <a:gd name="csX8-81" fmla="*/ 4487311 w 5062998"/>
              <a:gd name="csY8-82" fmla="*/ 0 h 3128154"/>
              <a:gd name="csX9-83" fmla="*/ 5062998 w 5062998"/>
              <a:gd name="csY9-84" fmla="*/ 0 h 3128154"/>
              <a:gd name="csX10-85" fmla="*/ 5062998 w 5062998"/>
              <a:gd name="csY10-86" fmla="*/ 522092 h 3128154"/>
              <a:gd name="csX11-87" fmla="*/ 5062998 w 5062998"/>
              <a:gd name="csY11-88" fmla="*/ 1136317 h 3128154"/>
              <a:gd name="csX12-89" fmla="*/ 5062998 w 5062998"/>
              <a:gd name="csY12-90" fmla="*/ 1689120 h 3128154"/>
              <a:gd name="csX13-91" fmla="*/ 5062998 w 5062998"/>
              <a:gd name="csY13-92" fmla="*/ 2272635 h 3128154"/>
              <a:gd name="csX14-93" fmla="*/ 5062998 w 5062998"/>
              <a:gd name="csY14-94" fmla="*/ 3071128 h 3128154"/>
              <a:gd name="csX15-95" fmla="*/ 5005972 w 5062998"/>
              <a:gd name="csY15-96" fmla="*/ 3128154 h 3128154"/>
              <a:gd name="csX16-97" fmla="*/ 4380226 w 5062998"/>
              <a:gd name="csY16-98" fmla="*/ 3128154 h 3128154"/>
              <a:gd name="csX17-99" fmla="*/ 3704419 w 5062998"/>
              <a:gd name="csY17-100" fmla="*/ 3128154 h 3128154"/>
              <a:gd name="csX18-101" fmla="*/ 3078673 w 5062998"/>
              <a:gd name="csY18-102" fmla="*/ 3128154 h 3128154"/>
              <a:gd name="csX19-103" fmla="*/ 2402867 w 5062998"/>
              <a:gd name="csY19-104" fmla="*/ 3128154 h 3128154"/>
              <a:gd name="csX20-105" fmla="*/ 1777120 w 5062998"/>
              <a:gd name="csY20-106" fmla="*/ 3128154 h 3128154"/>
              <a:gd name="csX21-107" fmla="*/ 1151374 w 5062998"/>
              <a:gd name="csY21-108" fmla="*/ 3128154 h 3128154"/>
              <a:gd name="csX22-109" fmla="*/ 575687 w 5062998"/>
              <a:gd name="csY22-110" fmla="*/ 3128154 h 3128154"/>
              <a:gd name="csX23-111" fmla="*/ 0 w 5062998"/>
              <a:gd name="csY23-112" fmla="*/ 3128154 h 3128154"/>
              <a:gd name="csX24-113" fmla="*/ 0 w 5062998"/>
              <a:gd name="csY24-114" fmla="*/ 2452506 h 3128154"/>
              <a:gd name="csX25-115" fmla="*/ 0 w 5062998"/>
              <a:gd name="csY25-116" fmla="*/ 1868992 h 3128154"/>
              <a:gd name="csX26-117" fmla="*/ 0 w 5062998"/>
              <a:gd name="csY26-118" fmla="*/ 1224055 h 3128154"/>
              <a:gd name="csX27" fmla="*/ 0 w 5062998"/>
              <a:gd name="csY27" fmla="*/ 57026 h 3128154"/>
              <a:gd name="csX28" fmla="*/ 0 w 5062998"/>
              <a:gd name="csY28" fmla="*/ 57026 h 3128154"/>
              <a:gd name="csX29" fmla="*/ 675806 w 5062998"/>
              <a:gd name="csY29" fmla="*/ 57026 h 3128154"/>
              <a:gd name="csX30" fmla="*/ 1401672 w 5062998"/>
              <a:gd name="csY30" fmla="*/ 57026 h 3128154"/>
              <a:gd name="csX31" fmla="*/ 2127538 w 5062998"/>
              <a:gd name="csY31" fmla="*/ 57026 h 3128154"/>
              <a:gd name="csX32" fmla="*/ 2803344 w 5062998"/>
              <a:gd name="csY32" fmla="*/ 57026 h 3128154"/>
              <a:gd name="csX33" fmla="*/ 3328971 w 5062998"/>
              <a:gd name="csY33" fmla="*/ 57026 h 3128154"/>
              <a:gd name="csX34" fmla="*/ 3954718 w 5062998"/>
              <a:gd name="csY34" fmla="*/ 57026 h 3128154"/>
              <a:gd name="csX35" fmla="*/ 5005972 w 5062998"/>
              <a:gd name="csY35" fmla="*/ 57026 h 3128154"/>
              <a:gd name="csX36" fmla="*/ 5062998 w 5062998"/>
              <a:gd name="csY36" fmla="*/ 0 h 3128154"/>
              <a:gd name="csX37" fmla="*/ 5005972 w 5062998"/>
              <a:gd name="csY37" fmla="*/ 57026 h 3128154"/>
              <a:gd name="csX38" fmla="*/ 5005972 w 5062998"/>
              <a:gd name="csY38" fmla="*/ 579118 h 3128154"/>
              <a:gd name="csX39" fmla="*/ 5005972 w 5062998"/>
              <a:gd name="csY39" fmla="*/ 1254766 h 3128154"/>
              <a:gd name="csX40" fmla="*/ 5005972 w 5062998"/>
              <a:gd name="csY40" fmla="*/ 1776858 h 3128154"/>
              <a:gd name="csX41" fmla="*/ 5005972 w 5062998"/>
              <a:gd name="csY41" fmla="*/ 2421795 h 3128154"/>
              <a:gd name="csX42" fmla="*/ 5005972 w 5062998"/>
              <a:gd name="csY42" fmla="*/ 3128154 h 3128154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53" y="csY13-54"/>
              </a:cxn>
              <a:cxn ang="0">
                <a:pos x="csX14-55" y="csY14-56"/>
              </a:cxn>
              <a:cxn ang="0">
                <a:pos x="csX15-57" y="csY15-58"/>
              </a:cxn>
              <a:cxn ang="0">
                <a:pos x="csX16-59" y="csY16-60"/>
              </a:cxn>
              <a:cxn ang="0">
                <a:pos x="csX17-61" y="csY17-62"/>
              </a:cxn>
              <a:cxn ang="0">
                <a:pos x="csX18-63" y="csY18-64"/>
              </a:cxn>
              <a:cxn ang="0">
                <a:pos x="csX19-103" y="csY19-104"/>
              </a:cxn>
              <a:cxn ang="0">
                <a:pos x="csX20-105" y="csY20-106"/>
              </a:cxn>
              <a:cxn ang="0">
                <a:pos x="csX21-107" y="csY21-108"/>
              </a:cxn>
              <a:cxn ang="0">
                <a:pos x="csX22-109" y="csY22-110"/>
              </a:cxn>
              <a:cxn ang="0">
                <a:pos x="csX23-111" y="csY23-112"/>
              </a:cxn>
              <a:cxn ang="0">
                <a:pos x="csX24-113" y="csY24-114"/>
              </a:cxn>
              <a:cxn ang="0">
                <a:pos x="csX25-115" y="csY25-116"/>
              </a:cxn>
              <a:cxn ang="0">
                <a:pos x="csX26-117" y="csY26-118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062998" h="3128154" stroke="0" extrusionOk="0">
                <a:moveTo>
                  <a:pt x="0" y="57026"/>
                </a:moveTo>
                <a:cubicBezTo>
                  <a:pt x="165676" y="57135"/>
                  <a:pt x="540752" y="39351"/>
                  <a:pt x="725866" y="57026"/>
                </a:cubicBezTo>
                <a:cubicBezTo>
                  <a:pt x="910980" y="74701"/>
                  <a:pt x="1009655" y="31504"/>
                  <a:pt x="1251493" y="57026"/>
                </a:cubicBezTo>
                <a:cubicBezTo>
                  <a:pt x="1493331" y="82548"/>
                  <a:pt x="1575314" y="51895"/>
                  <a:pt x="1877240" y="57026"/>
                </a:cubicBezTo>
                <a:cubicBezTo>
                  <a:pt x="2179166" y="62157"/>
                  <a:pt x="2352061" y="62883"/>
                  <a:pt x="2502986" y="57026"/>
                </a:cubicBezTo>
                <a:cubicBezTo>
                  <a:pt x="2653911" y="51169"/>
                  <a:pt x="2863873" y="42217"/>
                  <a:pt x="2978553" y="57026"/>
                </a:cubicBezTo>
                <a:cubicBezTo>
                  <a:pt x="3093233" y="71835"/>
                  <a:pt x="3352880" y="33243"/>
                  <a:pt x="3604300" y="57026"/>
                </a:cubicBezTo>
                <a:cubicBezTo>
                  <a:pt x="3855720" y="80809"/>
                  <a:pt x="4063065" y="57748"/>
                  <a:pt x="4179987" y="57026"/>
                </a:cubicBezTo>
                <a:cubicBezTo>
                  <a:pt x="4296909" y="56304"/>
                  <a:pt x="4722959" y="94125"/>
                  <a:pt x="5005972" y="57026"/>
                </a:cubicBezTo>
                <a:cubicBezTo>
                  <a:pt x="5016621" y="230857"/>
                  <a:pt x="4988213" y="488617"/>
                  <a:pt x="5005972" y="732674"/>
                </a:cubicBezTo>
                <a:cubicBezTo>
                  <a:pt x="5023731" y="976731"/>
                  <a:pt x="5031815" y="1175515"/>
                  <a:pt x="5005972" y="1346900"/>
                </a:cubicBezTo>
                <a:cubicBezTo>
                  <a:pt x="4980129" y="1518285"/>
                  <a:pt x="4991590" y="1623983"/>
                  <a:pt x="5005972" y="1868992"/>
                </a:cubicBezTo>
                <a:cubicBezTo>
                  <a:pt x="5020354" y="2114001"/>
                  <a:pt x="5019647" y="2248748"/>
                  <a:pt x="5005972" y="2452506"/>
                </a:cubicBezTo>
                <a:cubicBezTo>
                  <a:pt x="4992297" y="2656264"/>
                  <a:pt x="5009801" y="2966061"/>
                  <a:pt x="5005972" y="3128154"/>
                </a:cubicBezTo>
                <a:cubicBezTo>
                  <a:pt x="4872549" y="3140072"/>
                  <a:pt x="4593276" y="3108384"/>
                  <a:pt x="4430285" y="3128154"/>
                </a:cubicBezTo>
                <a:cubicBezTo>
                  <a:pt x="4267294" y="3147924"/>
                  <a:pt x="4063103" y="3148841"/>
                  <a:pt x="3904658" y="3128154"/>
                </a:cubicBezTo>
                <a:cubicBezTo>
                  <a:pt x="3746213" y="3107467"/>
                  <a:pt x="3450092" y="3119766"/>
                  <a:pt x="3278912" y="3128154"/>
                </a:cubicBezTo>
                <a:cubicBezTo>
                  <a:pt x="3107732" y="3136542"/>
                  <a:pt x="2713260" y="3129123"/>
                  <a:pt x="2553046" y="3128154"/>
                </a:cubicBezTo>
                <a:cubicBezTo>
                  <a:pt x="2392832" y="3127185"/>
                  <a:pt x="2270394" y="3117360"/>
                  <a:pt x="2077478" y="3128154"/>
                </a:cubicBezTo>
                <a:cubicBezTo>
                  <a:pt x="1884562" y="3138948"/>
                  <a:pt x="1708909" y="3107226"/>
                  <a:pt x="1601911" y="3128154"/>
                </a:cubicBezTo>
                <a:cubicBezTo>
                  <a:pt x="1494913" y="3149082"/>
                  <a:pt x="1132985" y="3097156"/>
                  <a:pt x="876045" y="3128154"/>
                </a:cubicBezTo>
                <a:cubicBezTo>
                  <a:pt x="619105" y="3159152"/>
                  <a:pt x="395279" y="3107810"/>
                  <a:pt x="0" y="3128154"/>
                </a:cubicBezTo>
                <a:cubicBezTo>
                  <a:pt x="-12884" y="2940417"/>
                  <a:pt x="-22480" y="2745402"/>
                  <a:pt x="0" y="2606062"/>
                </a:cubicBezTo>
                <a:cubicBezTo>
                  <a:pt x="22480" y="2466722"/>
                  <a:pt x="1864" y="2255688"/>
                  <a:pt x="0" y="2083970"/>
                </a:cubicBezTo>
                <a:cubicBezTo>
                  <a:pt x="-1864" y="1912252"/>
                  <a:pt x="18877" y="1784037"/>
                  <a:pt x="0" y="1500456"/>
                </a:cubicBezTo>
                <a:cubicBezTo>
                  <a:pt x="-18877" y="1216875"/>
                  <a:pt x="-24880" y="1167539"/>
                  <a:pt x="0" y="855519"/>
                </a:cubicBezTo>
                <a:cubicBezTo>
                  <a:pt x="24880" y="543499"/>
                  <a:pt x="-11367" y="399239"/>
                  <a:pt x="0" y="57026"/>
                </a:cubicBezTo>
                <a:close/>
              </a:path>
              <a:path w="5062998" h="3128154" fill="darkenLess" stroke="0" extrusionOk="0">
                <a:moveTo>
                  <a:pt x="5005972" y="57026"/>
                </a:moveTo>
                <a:cubicBezTo>
                  <a:pt x="5030843" y="32917"/>
                  <a:pt x="5041360" y="18983"/>
                  <a:pt x="5062998" y="0"/>
                </a:cubicBezTo>
                <a:cubicBezTo>
                  <a:pt x="5049647" y="243061"/>
                  <a:pt x="5081148" y="323356"/>
                  <a:pt x="5062998" y="552803"/>
                </a:cubicBezTo>
                <a:cubicBezTo>
                  <a:pt x="5044848" y="782250"/>
                  <a:pt x="5074118" y="905695"/>
                  <a:pt x="5062998" y="1074895"/>
                </a:cubicBezTo>
                <a:cubicBezTo>
                  <a:pt x="5051878" y="1244095"/>
                  <a:pt x="5034368" y="1519275"/>
                  <a:pt x="5062998" y="1689120"/>
                </a:cubicBezTo>
                <a:cubicBezTo>
                  <a:pt x="5091628" y="1858965"/>
                  <a:pt x="5065309" y="2012424"/>
                  <a:pt x="5062998" y="2272635"/>
                </a:cubicBezTo>
                <a:cubicBezTo>
                  <a:pt x="5060687" y="2532847"/>
                  <a:pt x="5038910" y="2752057"/>
                  <a:pt x="5062998" y="3071128"/>
                </a:cubicBezTo>
                <a:cubicBezTo>
                  <a:pt x="5047992" y="3086419"/>
                  <a:pt x="5029988" y="3104556"/>
                  <a:pt x="5005972" y="3128154"/>
                </a:cubicBezTo>
                <a:cubicBezTo>
                  <a:pt x="5012511" y="2872020"/>
                  <a:pt x="5034876" y="2740784"/>
                  <a:pt x="5005972" y="2513928"/>
                </a:cubicBezTo>
                <a:cubicBezTo>
                  <a:pt x="4977068" y="2287072"/>
                  <a:pt x="4973833" y="2119045"/>
                  <a:pt x="5005972" y="1868992"/>
                </a:cubicBezTo>
                <a:cubicBezTo>
                  <a:pt x="5038111" y="1618939"/>
                  <a:pt x="4985073" y="1490440"/>
                  <a:pt x="5005972" y="1224055"/>
                </a:cubicBezTo>
                <a:cubicBezTo>
                  <a:pt x="5026871" y="957670"/>
                  <a:pt x="5031721" y="947103"/>
                  <a:pt x="5005972" y="701963"/>
                </a:cubicBezTo>
                <a:cubicBezTo>
                  <a:pt x="4980223" y="456823"/>
                  <a:pt x="5016102" y="337929"/>
                  <a:pt x="5005972" y="57026"/>
                </a:cubicBezTo>
                <a:close/>
              </a:path>
              <a:path w="5062998" h="3128154" fill="lightenLess" stroke="0" extrusionOk="0">
                <a:moveTo>
                  <a:pt x="0" y="57026"/>
                </a:moveTo>
                <a:cubicBezTo>
                  <a:pt x="25331" y="35058"/>
                  <a:pt x="42393" y="12920"/>
                  <a:pt x="57026" y="0"/>
                </a:cubicBezTo>
                <a:cubicBezTo>
                  <a:pt x="233657" y="-20483"/>
                  <a:pt x="384856" y="-3987"/>
                  <a:pt x="682773" y="0"/>
                </a:cubicBezTo>
                <a:cubicBezTo>
                  <a:pt x="980690" y="3987"/>
                  <a:pt x="1017851" y="-21695"/>
                  <a:pt x="1308519" y="0"/>
                </a:cubicBezTo>
                <a:cubicBezTo>
                  <a:pt x="1599187" y="21695"/>
                  <a:pt x="1665725" y="-6361"/>
                  <a:pt x="1784086" y="0"/>
                </a:cubicBezTo>
                <a:cubicBezTo>
                  <a:pt x="1902447" y="6361"/>
                  <a:pt x="2034119" y="-3265"/>
                  <a:pt x="2259654" y="0"/>
                </a:cubicBezTo>
                <a:cubicBezTo>
                  <a:pt x="2485189" y="3265"/>
                  <a:pt x="2823293" y="-12677"/>
                  <a:pt x="2985520" y="0"/>
                </a:cubicBezTo>
                <a:cubicBezTo>
                  <a:pt x="3147747" y="12677"/>
                  <a:pt x="3392607" y="21924"/>
                  <a:pt x="3561206" y="0"/>
                </a:cubicBezTo>
                <a:cubicBezTo>
                  <a:pt x="3729805" y="-21924"/>
                  <a:pt x="3837238" y="-15241"/>
                  <a:pt x="4086833" y="0"/>
                </a:cubicBezTo>
                <a:cubicBezTo>
                  <a:pt x="4336428" y="15241"/>
                  <a:pt x="4654373" y="27032"/>
                  <a:pt x="5062998" y="0"/>
                </a:cubicBezTo>
                <a:cubicBezTo>
                  <a:pt x="5050514" y="17688"/>
                  <a:pt x="5029501" y="28490"/>
                  <a:pt x="5005972" y="57026"/>
                </a:cubicBezTo>
                <a:cubicBezTo>
                  <a:pt x="4682977" y="38804"/>
                  <a:pt x="4642564" y="61144"/>
                  <a:pt x="4280106" y="57026"/>
                </a:cubicBezTo>
                <a:cubicBezTo>
                  <a:pt x="3917648" y="52908"/>
                  <a:pt x="3823274" y="64059"/>
                  <a:pt x="3654360" y="57026"/>
                </a:cubicBezTo>
                <a:cubicBezTo>
                  <a:pt x="3485446" y="49993"/>
                  <a:pt x="3366428" y="68421"/>
                  <a:pt x="3078673" y="57026"/>
                </a:cubicBezTo>
                <a:cubicBezTo>
                  <a:pt x="2790918" y="45631"/>
                  <a:pt x="2701579" y="27170"/>
                  <a:pt x="2352807" y="57026"/>
                </a:cubicBezTo>
                <a:cubicBezTo>
                  <a:pt x="2004035" y="86882"/>
                  <a:pt x="2048049" y="60192"/>
                  <a:pt x="1877240" y="57026"/>
                </a:cubicBezTo>
                <a:cubicBezTo>
                  <a:pt x="1706431" y="53860"/>
                  <a:pt x="1514541" y="66113"/>
                  <a:pt x="1401672" y="57026"/>
                </a:cubicBezTo>
                <a:cubicBezTo>
                  <a:pt x="1288803" y="47939"/>
                  <a:pt x="1035504" y="28411"/>
                  <a:pt x="825985" y="57026"/>
                </a:cubicBezTo>
                <a:cubicBezTo>
                  <a:pt x="616466" y="85641"/>
                  <a:pt x="174116" y="86592"/>
                  <a:pt x="0" y="57026"/>
                </a:cubicBezTo>
                <a:close/>
              </a:path>
              <a:path w="5062998" h="3128154" fill="none" extrusionOk="0">
                <a:moveTo>
                  <a:pt x="0" y="57026"/>
                </a:moveTo>
                <a:cubicBezTo>
                  <a:pt x="16458" y="38823"/>
                  <a:pt x="34190" y="20991"/>
                  <a:pt x="57026" y="0"/>
                </a:cubicBezTo>
                <a:cubicBezTo>
                  <a:pt x="349236" y="-15774"/>
                  <a:pt x="508669" y="21856"/>
                  <a:pt x="732832" y="0"/>
                </a:cubicBezTo>
                <a:cubicBezTo>
                  <a:pt x="956995" y="-21856"/>
                  <a:pt x="1303909" y="-28874"/>
                  <a:pt x="1458698" y="0"/>
                </a:cubicBezTo>
                <a:cubicBezTo>
                  <a:pt x="1613487" y="28874"/>
                  <a:pt x="1908214" y="-26546"/>
                  <a:pt x="2184564" y="0"/>
                </a:cubicBezTo>
                <a:cubicBezTo>
                  <a:pt x="2460914" y="26546"/>
                  <a:pt x="2478188" y="14555"/>
                  <a:pt x="2760251" y="0"/>
                </a:cubicBezTo>
                <a:cubicBezTo>
                  <a:pt x="3042314" y="-14555"/>
                  <a:pt x="3083893" y="-7372"/>
                  <a:pt x="3335938" y="0"/>
                </a:cubicBezTo>
                <a:cubicBezTo>
                  <a:pt x="3587983" y="7372"/>
                  <a:pt x="3847433" y="-33300"/>
                  <a:pt x="4011744" y="0"/>
                </a:cubicBezTo>
                <a:cubicBezTo>
                  <a:pt x="4176055" y="33300"/>
                  <a:pt x="4334958" y="5332"/>
                  <a:pt x="4487311" y="0"/>
                </a:cubicBezTo>
                <a:cubicBezTo>
                  <a:pt x="4639664" y="-5332"/>
                  <a:pt x="4888946" y="20781"/>
                  <a:pt x="5062998" y="0"/>
                </a:cubicBezTo>
                <a:cubicBezTo>
                  <a:pt x="5075393" y="127962"/>
                  <a:pt x="5060286" y="299448"/>
                  <a:pt x="5062998" y="522092"/>
                </a:cubicBezTo>
                <a:cubicBezTo>
                  <a:pt x="5065710" y="744736"/>
                  <a:pt x="5086999" y="982027"/>
                  <a:pt x="5062998" y="1136317"/>
                </a:cubicBezTo>
                <a:cubicBezTo>
                  <a:pt x="5038997" y="1290608"/>
                  <a:pt x="5081682" y="1530921"/>
                  <a:pt x="5062998" y="1689120"/>
                </a:cubicBezTo>
                <a:cubicBezTo>
                  <a:pt x="5044314" y="1847319"/>
                  <a:pt x="5080950" y="2079415"/>
                  <a:pt x="5062998" y="2272635"/>
                </a:cubicBezTo>
                <a:cubicBezTo>
                  <a:pt x="5045046" y="2465856"/>
                  <a:pt x="5034368" y="2888579"/>
                  <a:pt x="5062998" y="3071128"/>
                </a:cubicBezTo>
                <a:cubicBezTo>
                  <a:pt x="5035186" y="3095658"/>
                  <a:pt x="5029422" y="3103396"/>
                  <a:pt x="5005972" y="3128154"/>
                </a:cubicBezTo>
                <a:cubicBezTo>
                  <a:pt x="4873395" y="3146086"/>
                  <a:pt x="4571461" y="3104846"/>
                  <a:pt x="4380226" y="3128154"/>
                </a:cubicBezTo>
                <a:cubicBezTo>
                  <a:pt x="4188991" y="3151462"/>
                  <a:pt x="3864320" y="3127787"/>
                  <a:pt x="3704419" y="3128154"/>
                </a:cubicBezTo>
                <a:cubicBezTo>
                  <a:pt x="3544518" y="3128521"/>
                  <a:pt x="3232202" y="3150310"/>
                  <a:pt x="3078673" y="3128154"/>
                </a:cubicBezTo>
                <a:cubicBezTo>
                  <a:pt x="2925144" y="3105998"/>
                  <a:pt x="2632823" y="3159816"/>
                  <a:pt x="2402867" y="3128154"/>
                </a:cubicBezTo>
                <a:cubicBezTo>
                  <a:pt x="2172911" y="3096492"/>
                  <a:pt x="1941796" y="3159107"/>
                  <a:pt x="1777120" y="3128154"/>
                </a:cubicBezTo>
                <a:cubicBezTo>
                  <a:pt x="1612444" y="3097201"/>
                  <a:pt x="1345529" y="3117142"/>
                  <a:pt x="1151374" y="3128154"/>
                </a:cubicBezTo>
                <a:cubicBezTo>
                  <a:pt x="957219" y="3139166"/>
                  <a:pt x="771062" y="3101928"/>
                  <a:pt x="575687" y="3128154"/>
                </a:cubicBezTo>
                <a:cubicBezTo>
                  <a:pt x="380312" y="3154380"/>
                  <a:pt x="225915" y="3129407"/>
                  <a:pt x="0" y="3128154"/>
                </a:cubicBezTo>
                <a:cubicBezTo>
                  <a:pt x="-33298" y="2815595"/>
                  <a:pt x="26622" y="2759533"/>
                  <a:pt x="0" y="2452506"/>
                </a:cubicBezTo>
                <a:cubicBezTo>
                  <a:pt x="-26622" y="2145479"/>
                  <a:pt x="-8360" y="2100578"/>
                  <a:pt x="0" y="1868992"/>
                </a:cubicBezTo>
                <a:cubicBezTo>
                  <a:pt x="8360" y="1637406"/>
                  <a:pt x="19038" y="1534736"/>
                  <a:pt x="0" y="1224055"/>
                </a:cubicBezTo>
                <a:cubicBezTo>
                  <a:pt x="-19038" y="913374"/>
                  <a:pt x="-11969" y="358368"/>
                  <a:pt x="0" y="57026"/>
                </a:cubicBezTo>
                <a:close/>
                <a:moveTo>
                  <a:pt x="0" y="57026"/>
                </a:moveTo>
                <a:cubicBezTo>
                  <a:pt x="239036" y="29612"/>
                  <a:pt x="481435" y="45456"/>
                  <a:pt x="675806" y="57026"/>
                </a:cubicBezTo>
                <a:cubicBezTo>
                  <a:pt x="870177" y="68596"/>
                  <a:pt x="1113732" y="34728"/>
                  <a:pt x="1401672" y="57026"/>
                </a:cubicBezTo>
                <a:cubicBezTo>
                  <a:pt x="1689612" y="79324"/>
                  <a:pt x="1824459" y="52460"/>
                  <a:pt x="2127538" y="57026"/>
                </a:cubicBezTo>
                <a:cubicBezTo>
                  <a:pt x="2430617" y="61592"/>
                  <a:pt x="2575990" y="81220"/>
                  <a:pt x="2803344" y="57026"/>
                </a:cubicBezTo>
                <a:cubicBezTo>
                  <a:pt x="3030698" y="32832"/>
                  <a:pt x="3175981" y="53468"/>
                  <a:pt x="3328971" y="57026"/>
                </a:cubicBezTo>
                <a:cubicBezTo>
                  <a:pt x="3481961" y="60584"/>
                  <a:pt x="3645960" y="27064"/>
                  <a:pt x="3954718" y="57026"/>
                </a:cubicBezTo>
                <a:cubicBezTo>
                  <a:pt x="4263476" y="86988"/>
                  <a:pt x="4610218" y="15366"/>
                  <a:pt x="5005972" y="57026"/>
                </a:cubicBezTo>
                <a:cubicBezTo>
                  <a:pt x="5032382" y="33977"/>
                  <a:pt x="5039950" y="26550"/>
                  <a:pt x="5062998" y="0"/>
                </a:cubicBezTo>
                <a:moveTo>
                  <a:pt x="5005972" y="57026"/>
                </a:moveTo>
                <a:cubicBezTo>
                  <a:pt x="5003290" y="294650"/>
                  <a:pt x="5010310" y="321144"/>
                  <a:pt x="5005972" y="579118"/>
                </a:cubicBezTo>
                <a:cubicBezTo>
                  <a:pt x="5001634" y="837092"/>
                  <a:pt x="5009722" y="1020693"/>
                  <a:pt x="5005972" y="1254766"/>
                </a:cubicBezTo>
                <a:cubicBezTo>
                  <a:pt x="5002222" y="1488839"/>
                  <a:pt x="5026471" y="1622123"/>
                  <a:pt x="5005972" y="1776858"/>
                </a:cubicBezTo>
                <a:cubicBezTo>
                  <a:pt x="4985473" y="1931593"/>
                  <a:pt x="5029161" y="2104538"/>
                  <a:pt x="5005972" y="2421795"/>
                </a:cubicBezTo>
                <a:cubicBezTo>
                  <a:pt x="4982783" y="2739052"/>
                  <a:pt x="5000818" y="2867193"/>
                  <a:pt x="5005972" y="3128154"/>
                </a:cubicBezTo>
              </a:path>
              <a:path w="5062998" h="3128154" fill="none" stroke="0" extrusionOk="0">
                <a:moveTo>
                  <a:pt x="0" y="57026"/>
                </a:moveTo>
                <a:cubicBezTo>
                  <a:pt x="20845" y="37290"/>
                  <a:pt x="31197" y="21964"/>
                  <a:pt x="57026" y="0"/>
                </a:cubicBezTo>
                <a:cubicBezTo>
                  <a:pt x="362795" y="7028"/>
                  <a:pt x="557281" y="193"/>
                  <a:pt x="782892" y="0"/>
                </a:cubicBezTo>
                <a:cubicBezTo>
                  <a:pt x="1008503" y="-193"/>
                  <a:pt x="1228702" y="13021"/>
                  <a:pt x="1358579" y="0"/>
                </a:cubicBezTo>
                <a:cubicBezTo>
                  <a:pt x="1488456" y="-13021"/>
                  <a:pt x="1633920" y="-14162"/>
                  <a:pt x="1834146" y="0"/>
                </a:cubicBezTo>
                <a:cubicBezTo>
                  <a:pt x="2034372" y="14162"/>
                  <a:pt x="2153557" y="-21936"/>
                  <a:pt x="2359773" y="0"/>
                </a:cubicBezTo>
                <a:cubicBezTo>
                  <a:pt x="2565989" y="21936"/>
                  <a:pt x="2813200" y="28447"/>
                  <a:pt x="3085639" y="0"/>
                </a:cubicBezTo>
                <a:cubicBezTo>
                  <a:pt x="3358078" y="-28447"/>
                  <a:pt x="3439853" y="-19800"/>
                  <a:pt x="3561206" y="0"/>
                </a:cubicBezTo>
                <a:cubicBezTo>
                  <a:pt x="3682559" y="19800"/>
                  <a:pt x="4120317" y="-27681"/>
                  <a:pt x="4287072" y="0"/>
                </a:cubicBezTo>
                <a:cubicBezTo>
                  <a:pt x="4453827" y="27681"/>
                  <a:pt x="4678522" y="32294"/>
                  <a:pt x="5062998" y="0"/>
                </a:cubicBezTo>
                <a:cubicBezTo>
                  <a:pt x="5056802" y="295198"/>
                  <a:pt x="5066138" y="341991"/>
                  <a:pt x="5062998" y="675648"/>
                </a:cubicBezTo>
                <a:cubicBezTo>
                  <a:pt x="5059858" y="1009305"/>
                  <a:pt x="5088007" y="1042485"/>
                  <a:pt x="5062998" y="1289874"/>
                </a:cubicBezTo>
                <a:cubicBezTo>
                  <a:pt x="5037989" y="1537263"/>
                  <a:pt x="5067937" y="1733314"/>
                  <a:pt x="5062998" y="1965522"/>
                </a:cubicBezTo>
                <a:cubicBezTo>
                  <a:pt x="5058059" y="2197730"/>
                  <a:pt x="5045214" y="2276099"/>
                  <a:pt x="5062998" y="2487614"/>
                </a:cubicBezTo>
                <a:cubicBezTo>
                  <a:pt x="5080782" y="2699129"/>
                  <a:pt x="5084769" y="2860274"/>
                  <a:pt x="5062998" y="3071128"/>
                </a:cubicBezTo>
                <a:cubicBezTo>
                  <a:pt x="5042431" y="3096993"/>
                  <a:pt x="5031957" y="3107505"/>
                  <a:pt x="5005972" y="3128154"/>
                </a:cubicBezTo>
                <a:cubicBezTo>
                  <a:pt x="4814690" y="3114752"/>
                  <a:pt x="4681884" y="3106105"/>
                  <a:pt x="4530405" y="3128154"/>
                </a:cubicBezTo>
                <a:cubicBezTo>
                  <a:pt x="4378926" y="3150203"/>
                  <a:pt x="4116396" y="3113867"/>
                  <a:pt x="3904658" y="3128154"/>
                </a:cubicBezTo>
                <a:cubicBezTo>
                  <a:pt x="3692920" y="3142441"/>
                  <a:pt x="3485223" y="3131571"/>
                  <a:pt x="3178792" y="3128154"/>
                </a:cubicBezTo>
                <a:cubicBezTo>
                  <a:pt x="2872361" y="3124737"/>
                  <a:pt x="2870398" y="3138592"/>
                  <a:pt x="2603105" y="3128154"/>
                </a:cubicBezTo>
                <a:cubicBezTo>
                  <a:pt x="2335812" y="3117716"/>
                  <a:pt x="2102174" y="3142050"/>
                  <a:pt x="1877240" y="3128154"/>
                </a:cubicBezTo>
                <a:cubicBezTo>
                  <a:pt x="1652307" y="3114258"/>
                  <a:pt x="1526334" y="3131897"/>
                  <a:pt x="1351612" y="3128154"/>
                </a:cubicBezTo>
                <a:cubicBezTo>
                  <a:pt x="1176890" y="3124411"/>
                  <a:pt x="830301" y="3122626"/>
                  <a:pt x="675806" y="3128154"/>
                </a:cubicBezTo>
                <a:cubicBezTo>
                  <a:pt x="521311" y="3133682"/>
                  <a:pt x="234851" y="3115297"/>
                  <a:pt x="0" y="3128154"/>
                </a:cubicBezTo>
                <a:cubicBezTo>
                  <a:pt x="-10548" y="2883691"/>
                  <a:pt x="-20170" y="2676794"/>
                  <a:pt x="0" y="2513928"/>
                </a:cubicBezTo>
                <a:cubicBezTo>
                  <a:pt x="20170" y="2351062"/>
                  <a:pt x="21185" y="2117996"/>
                  <a:pt x="0" y="1991837"/>
                </a:cubicBezTo>
                <a:cubicBezTo>
                  <a:pt x="-21185" y="1865678"/>
                  <a:pt x="-4478" y="1662809"/>
                  <a:pt x="0" y="1408322"/>
                </a:cubicBezTo>
                <a:cubicBezTo>
                  <a:pt x="4478" y="1153836"/>
                  <a:pt x="-12808" y="1043099"/>
                  <a:pt x="0" y="763385"/>
                </a:cubicBezTo>
                <a:cubicBezTo>
                  <a:pt x="12808" y="483671"/>
                  <a:pt x="3457" y="224351"/>
                  <a:pt x="0" y="57026"/>
                </a:cubicBezTo>
                <a:close/>
                <a:moveTo>
                  <a:pt x="0" y="57026"/>
                </a:moveTo>
                <a:cubicBezTo>
                  <a:pt x="234557" y="58141"/>
                  <a:pt x="416896" y="69220"/>
                  <a:pt x="525627" y="57026"/>
                </a:cubicBezTo>
                <a:cubicBezTo>
                  <a:pt x="634358" y="44832"/>
                  <a:pt x="871279" y="54858"/>
                  <a:pt x="1101314" y="57026"/>
                </a:cubicBezTo>
                <a:cubicBezTo>
                  <a:pt x="1331349" y="59194"/>
                  <a:pt x="1568600" y="54739"/>
                  <a:pt x="1827180" y="57026"/>
                </a:cubicBezTo>
                <a:cubicBezTo>
                  <a:pt x="2085760" y="59313"/>
                  <a:pt x="2215079" y="37688"/>
                  <a:pt x="2553046" y="57026"/>
                </a:cubicBezTo>
                <a:cubicBezTo>
                  <a:pt x="2891013" y="76364"/>
                  <a:pt x="2904516" y="50432"/>
                  <a:pt x="3078673" y="57026"/>
                </a:cubicBezTo>
                <a:cubicBezTo>
                  <a:pt x="3252830" y="63620"/>
                  <a:pt x="3546370" y="82179"/>
                  <a:pt x="3754479" y="57026"/>
                </a:cubicBezTo>
                <a:cubicBezTo>
                  <a:pt x="3962588" y="31873"/>
                  <a:pt x="4196706" y="35817"/>
                  <a:pt x="4430285" y="57026"/>
                </a:cubicBezTo>
                <a:cubicBezTo>
                  <a:pt x="4663864" y="78235"/>
                  <a:pt x="4859305" y="60932"/>
                  <a:pt x="5005972" y="57026"/>
                </a:cubicBezTo>
                <a:cubicBezTo>
                  <a:pt x="5029400" y="29063"/>
                  <a:pt x="5036160" y="24364"/>
                  <a:pt x="5062998" y="0"/>
                </a:cubicBezTo>
                <a:moveTo>
                  <a:pt x="5005972" y="57026"/>
                </a:moveTo>
                <a:cubicBezTo>
                  <a:pt x="5011136" y="313221"/>
                  <a:pt x="5028356" y="423518"/>
                  <a:pt x="5005972" y="579118"/>
                </a:cubicBezTo>
                <a:cubicBezTo>
                  <a:pt x="4983588" y="734718"/>
                  <a:pt x="4975432" y="913228"/>
                  <a:pt x="5005972" y="1193343"/>
                </a:cubicBezTo>
                <a:cubicBezTo>
                  <a:pt x="5036512" y="1473459"/>
                  <a:pt x="5032862" y="1560781"/>
                  <a:pt x="5005972" y="1838280"/>
                </a:cubicBezTo>
                <a:cubicBezTo>
                  <a:pt x="4979082" y="2115779"/>
                  <a:pt x="4993132" y="2147802"/>
                  <a:pt x="5005972" y="2360372"/>
                </a:cubicBezTo>
                <a:cubicBezTo>
                  <a:pt x="5018812" y="2572942"/>
                  <a:pt x="4979516" y="2963055"/>
                  <a:pt x="5005972" y="3128154"/>
                </a:cubicBezTo>
              </a:path>
            </a:pathLst>
          </a:custGeom>
          <a:solidFill>
            <a:srgbClr val="F8F3FB"/>
          </a:solidFill>
          <a:ln w="28575">
            <a:solidFill>
              <a:srgbClr val="BF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376152" y="5694544"/>
            <a:ext cx="464756" cy="451749"/>
            <a:chOff x="6630894" y="4940389"/>
            <a:chExt cx="464756" cy="451749"/>
          </a:xfrm>
        </p:grpSpPr>
        <p:sp>
          <p:nvSpPr>
            <p:cNvPr id="11" name="椭圆 10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7967535" y="4794918"/>
            <a:ext cx="432000" cy="432000"/>
            <a:chOff x="6758192" y="4594058"/>
            <a:chExt cx="432000" cy="432000"/>
          </a:xfrm>
        </p:grpSpPr>
        <p:sp>
          <p:nvSpPr>
            <p:cNvPr id="23" name="椭圆 22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066693" y="5340681"/>
            <a:ext cx="502124" cy="449997"/>
            <a:chOff x="5595363" y="4643335"/>
            <a:chExt cx="626066" cy="595151"/>
          </a:xfrm>
        </p:grpSpPr>
        <p:sp>
          <p:nvSpPr>
            <p:cNvPr id="44" name="椭圆 43"/>
            <p:cNvSpPr/>
            <p:nvPr/>
          </p:nvSpPr>
          <p:spPr>
            <a:xfrm>
              <a:off x="5609169" y="4661344"/>
              <a:ext cx="581941" cy="569133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5595363" y="4643335"/>
              <a:ext cx="626066" cy="595151"/>
            </a:xfrm>
            <a:prstGeom prst="rect">
              <a:avLst/>
            </a:prstGeom>
          </p:spPr>
        </p:pic>
      </p:grpSp>
      <p:grpSp>
        <p:nvGrpSpPr>
          <p:cNvPr id="46" name="组合 45"/>
          <p:cNvGrpSpPr/>
          <p:nvPr/>
        </p:nvGrpSpPr>
        <p:grpSpPr>
          <a:xfrm>
            <a:off x="5775367" y="5254528"/>
            <a:ext cx="370540" cy="349881"/>
            <a:chOff x="6630894" y="4940392"/>
            <a:chExt cx="464756" cy="451749"/>
          </a:xfrm>
        </p:grpSpPr>
        <p:sp>
          <p:nvSpPr>
            <p:cNvPr id="47" name="椭圆 46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92"/>
              <a:ext cx="464756" cy="451749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6276273" y="5498038"/>
            <a:ext cx="450419" cy="436788"/>
            <a:chOff x="6758192" y="4594058"/>
            <a:chExt cx="432000" cy="432000"/>
          </a:xfrm>
        </p:grpSpPr>
        <p:sp>
          <p:nvSpPr>
            <p:cNvPr id="56" name="椭圆 55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3669949" y="5308179"/>
            <a:ext cx="335823" cy="333997"/>
            <a:chOff x="6758192" y="4594058"/>
            <a:chExt cx="432000" cy="432000"/>
          </a:xfrm>
        </p:grpSpPr>
        <p:sp>
          <p:nvSpPr>
            <p:cNvPr id="59" name="椭圆 58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cxnSp>
        <p:nvCxnSpPr>
          <p:cNvPr id="83" name="连接符: 曲线 82"/>
          <p:cNvCxnSpPr>
            <a:stCxn id="36" idx="3"/>
            <a:endCxn id="39" idx="1"/>
          </p:cNvCxnSpPr>
          <p:nvPr/>
        </p:nvCxnSpPr>
        <p:spPr>
          <a:xfrm>
            <a:off x="4514396" y="6159072"/>
            <a:ext cx="1456008" cy="360360"/>
          </a:xfrm>
          <a:prstGeom prst="curvedConnector3">
            <a:avLst>
              <a:gd name="adj1" fmla="val 50000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曲线 97"/>
          <p:cNvCxnSpPr>
            <a:stCxn id="44" idx="6"/>
            <a:endCxn id="48" idx="1"/>
          </p:cNvCxnSpPr>
          <p:nvPr/>
        </p:nvCxnSpPr>
        <p:spPr>
          <a:xfrm flipV="1">
            <a:off x="5544500" y="5429469"/>
            <a:ext cx="230867" cy="139992"/>
          </a:xfrm>
          <a:prstGeom prst="curvedConnector3">
            <a:avLst>
              <a:gd name="adj1" fmla="val 50000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曲线 131"/>
          <p:cNvCxnSpPr>
            <a:stCxn id="48" idx="3"/>
            <a:endCxn id="51" idx="2"/>
          </p:cNvCxnSpPr>
          <p:nvPr/>
        </p:nvCxnSpPr>
        <p:spPr>
          <a:xfrm flipV="1">
            <a:off x="6145907" y="5135964"/>
            <a:ext cx="963944" cy="293505"/>
          </a:xfrm>
          <a:prstGeom prst="curvedConnector2">
            <a:avLst/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曲线 150"/>
          <p:cNvCxnSpPr>
            <a:stCxn id="42" idx="2"/>
            <a:endCxn id="36" idx="0"/>
          </p:cNvCxnSpPr>
          <p:nvPr/>
        </p:nvCxnSpPr>
        <p:spPr>
          <a:xfrm rot="5400000">
            <a:off x="4198561" y="5576233"/>
            <a:ext cx="595746" cy="278627"/>
          </a:xfrm>
          <a:prstGeom prst="curvedConnector3">
            <a:avLst>
              <a:gd name="adj1" fmla="val 50000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曲线 179"/>
          <p:cNvCxnSpPr>
            <a:stCxn id="57" idx="3"/>
            <a:endCxn id="23" idx="2"/>
          </p:cNvCxnSpPr>
          <p:nvPr/>
        </p:nvCxnSpPr>
        <p:spPr>
          <a:xfrm flipV="1">
            <a:off x="6726692" y="5010918"/>
            <a:ext cx="1240843" cy="705514"/>
          </a:xfrm>
          <a:prstGeom prst="curvedConnector3">
            <a:avLst>
              <a:gd name="adj1" fmla="val 50000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曲线 127"/>
          <p:cNvCxnSpPr>
            <a:stCxn id="42" idx="3"/>
            <a:endCxn id="26" idx="1"/>
          </p:cNvCxnSpPr>
          <p:nvPr/>
        </p:nvCxnSpPr>
        <p:spPr>
          <a:xfrm flipV="1">
            <a:off x="4841256" y="4661989"/>
            <a:ext cx="1164375" cy="564930"/>
          </a:xfrm>
          <a:prstGeom prst="curvedConnector3">
            <a:avLst>
              <a:gd name="adj1" fmla="val 36257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曲线 171"/>
          <p:cNvCxnSpPr>
            <a:stCxn id="60" idx="2"/>
            <a:endCxn id="56" idx="4"/>
          </p:cNvCxnSpPr>
          <p:nvPr/>
        </p:nvCxnSpPr>
        <p:spPr>
          <a:xfrm rot="16200000" flipH="1">
            <a:off x="5023393" y="4456736"/>
            <a:ext cx="309746" cy="2646433"/>
          </a:xfrm>
          <a:prstGeom prst="curvedConnector3">
            <a:avLst>
              <a:gd name="adj1" fmla="val 134441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曲线 138"/>
          <p:cNvCxnSpPr>
            <a:stCxn id="51" idx="2"/>
            <a:endCxn id="25" idx="0"/>
          </p:cNvCxnSpPr>
          <p:nvPr/>
        </p:nvCxnSpPr>
        <p:spPr>
          <a:xfrm rot="16200000" flipH="1">
            <a:off x="7079900" y="5165914"/>
            <a:ext cx="558580" cy="498679"/>
          </a:xfrm>
          <a:prstGeom prst="curvedConnector3">
            <a:avLst>
              <a:gd name="adj1" fmla="val 50000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连接符: 曲线 204"/>
          <p:cNvCxnSpPr>
            <a:stCxn id="59" idx="0"/>
            <a:endCxn id="23" idx="1"/>
          </p:cNvCxnSpPr>
          <p:nvPr/>
        </p:nvCxnSpPr>
        <p:spPr>
          <a:xfrm rot="5400000" flipH="1" flipV="1">
            <a:off x="5709332" y="2986712"/>
            <a:ext cx="449996" cy="4192939"/>
          </a:xfrm>
          <a:prstGeom prst="curvedConnector3">
            <a:avLst>
              <a:gd name="adj1" fmla="val 122805"/>
            </a:avLst>
          </a:prstGeom>
          <a:ln w="19050">
            <a:solidFill>
              <a:srgbClr val="5B83B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曲线 190"/>
          <p:cNvCxnSpPr>
            <a:stCxn id="26" idx="3"/>
            <a:endCxn id="39" idx="3"/>
          </p:cNvCxnSpPr>
          <p:nvPr/>
        </p:nvCxnSpPr>
        <p:spPr>
          <a:xfrm>
            <a:off x="6454668" y="4661989"/>
            <a:ext cx="35226" cy="1857443"/>
          </a:xfrm>
          <a:prstGeom prst="curvedConnector3">
            <a:avLst>
              <a:gd name="adj1" fmla="val 1419537"/>
            </a:avLst>
          </a:prstGeom>
          <a:ln w="19050">
            <a:solidFill>
              <a:srgbClr val="C0524C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曲线 143"/>
          <p:cNvCxnSpPr>
            <a:stCxn id="45" idx="2"/>
            <a:endCxn id="25" idx="2"/>
          </p:cNvCxnSpPr>
          <p:nvPr/>
        </p:nvCxnSpPr>
        <p:spPr>
          <a:xfrm rot="16200000" flipH="1">
            <a:off x="6285335" y="4823097"/>
            <a:ext cx="355615" cy="2290775"/>
          </a:xfrm>
          <a:prstGeom prst="curvedConnector3">
            <a:avLst>
              <a:gd name="adj1" fmla="val 114999"/>
            </a:avLst>
          </a:prstGeom>
          <a:ln w="19050">
            <a:solidFill>
              <a:srgbClr val="5E974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4430237" y="5036164"/>
            <a:ext cx="411019" cy="381509"/>
            <a:chOff x="8412472" y="5074579"/>
            <a:chExt cx="449037" cy="441808"/>
          </a:xfrm>
        </p:grpSpPr>
        <p:sp>
          <p:nvSpPr>
            <p:cNvPr id="41" name="椭圆 40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/>
        </p:nvGrpSpPr>
        <p:grpSpPr>
          <a:xfrm>
            <a:off x="6998743" y="4916935"/>
            <a:ext cx="222216" cy="219029"/>
            <a:chOff x="6630894" y="4940389"/>
            <a:chExt cx="464756" cy="451749"/>
          </a:xfrm>
        </p:grpSpPr>
        <p:sp>
          <p:nvSpPr>
            <p:cNvPr id="50" name="椭圆 49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4199844" y="6013419"/>
            <a:ext cx="314552" cy="291306"/>
            <a:chOff x="8412472" y="5074579"/>
            <a:chExt cx="449037" cy="441808"/>
          </a:xfrm>
        </p:grpSpPr>
        <p:sp>
          <p:nvSpPr>
            <p:cNvPr id="35" name="椭圆 34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5970404" y="6264938"/>
            <a:ext cx="519490" cy="508988"/>
            <a:chOff x="8412472" y="5074579"/>
            <a:chExt cx="449037" cy="441808"/>
          </a:xfrm>
        </p:grpSpPr>
        <p:sp>
          <p:nvSpPr>
            <p:cNvPr id="38" name="椭圆 37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714" name="组合 713"/>
          <p:cNvGrpSpPr/>
          <p:nvPr/>
        </p:nvGrpSpPr>
        <p:grpSpPr>
          <a:xfrm>
            <a:off x="3514187" y="3747040"/>
            <a:ext cx="5474944" cy="484549"/>
            <a:chOff x="6027735" y="3650276"/>
            <a:chExt cx="5474944" cy="484549"/>
          </a:xfrm>
        </p:grpSpPr>
        <p:sp>
          <p:nvSpPr>
            <p:cNvPr id="506" name="文本框 505"/>
            <p:cNvSpPr txBox="1"/>
            <p:nvPr/>
          </p:nvSpPr>
          <p:spPr>
            <a:xfrm>
              <a:off x="6027735" y="3650276"/>
              <a:ext cx="34145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Polarized Graph Memory</a:t>
              </a:r>
              <a:endParaRPr lang="zh-CN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7" name="文本框 506"/>
                <p:cNvSpPr txBox="1"/>
                <p:nvPr/>
              </p:nvSpPr>
              <p:spPr>
                <a:xfrm>
                  <a:off x="8749949" y="3739589"/>
                  <a:ext cx="2752730" cy="3952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𝒢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𝓅ℴ𝓁𝒶𝓇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𝒱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ℰ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oMath>
                    </m:oMathPara>
                  </a14:m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07" name="文本框 5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9949" y="3739589"/>
                  <a:ext cx="2752730" cy="39523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5" name="立方体 724"/>
          <p:cNvSpPr/>
          <p:nvPr/>
        </p:nvSpPr>
        <p:spPr>
          <a:xfrm>
            <a:off x="-423834" y="1827417"/>
            <a:ext cx="3825948" cy="5036669"/>
          </a:xfrm>
          <a:custGeom>
            <a:avLst/>
            <a:gdLst>
              <a:gd name="csX0" fmla="*/ 0 w 3825948"/>
              <a:gd name="csY0" fmla="*/ 69747 h 5036669"/>
              <a:gd name="csX1" fmla="*/ 701158 w 3825948"/>
              <a:gd name="csY1" fmla="*/ 69747 h 5036669"/>
              <a:gd name="csX2" fmla="*/ 1252067 w 3825948"/>
              <a:gd name="csY2" fmla="*/ 69747 h 5036669"/>
              <a:gd name="csX3" fmla="*/ 1878101 w 3825948"/>
              <a:gd name="csY3" fmla="*/ 69747 h 5036669"/>
              <a:gd name="csX4" fmla="*/ 2504134 w 3825948"/>
              <a:gd name="csY4" fmla="*/ 69747 h 5036669"/>
              <a:gd name="csX5" fmla="*/ 3017481 w 3825948"/>
              <a:gd name="csY5" fmla="*/ 69747 h 5036669"/>
              <a:gd name="csX6" fmla="*/ 3756201 w 3825948"/>
              <a:gd name="csY6" fmla="*/ 69747 h 5036669"/>
              <a:gd name="csX7" fmla="*/ 3756201 w 3825948"/>
              <a:gd name="csY7" fmla="*/ 640943 h 5036669"/>
              <a:gd name="csX8" fmla="*/ 3756201 w 3825948"/>
              <a:gd name="csY8" fmla="*/ 1311478 h 5036669"/>
              <a:gd name="csX9" fmla="*/ 3756201 w 3825948"/>
              <a:gd name="csY9" fmla="*/ 1932343 h 5036669"/>
              <a:gd name="csX10" fmla="*/ 3756201 w 3825948"/>
              <a:gd name="csY10" fmla="*/ 2553208 h 5036669"/>
              <a:gd name="csX11" fmla="*/ 3756201 w 3825948"/>
              <a:gd name="csY11" fmla="*/ 3025066 h 5036669"/>
              <a:gd name="csX12" fmla="*/ 3756201 w 3825948"/>
              <a:gd name="csY12" fmla="*/ 3596262 h 5036669"/>
              <a:gd name="csX13" fmla="*/ 3756201 w 3825948"/>
              <a:gd name="csY13" fmla="*/ 4316465 h 5036669"/>
              <a:gd name="csX14" fmla="*/ 3756201 w 3825948"/>
              <a:gd name="csY14" fmla="*/ 5036669 h 5036669"/>
              <a:gd name="csX15" fmla="*/ 3242854 w 3825948"/>
              <a:gd name="csY15" fmla="*/ 5036669 h 5036669"/>
              <a:gd name="csX16" fmla="*/ 2616820 w 3825948"/>
              <a:gd name="csY16" fmla="*/ 5036669 h 5036669"/>
              <a:gd name="csX17" fmla="*/ 1915663 w 3825948"/>
              <a:gd name="csY17" fmla="*/ 5036669 h 5036669"/>
              <a:gd name="csX18" fmla="*/ 1402315 w 3825948"/>
              <a:gd name="csY18" fmla="*/ 5036669 h 5036669"/>
              <a:gd name="csX19" fmla="*/ 888968 w 3825948"/>
              <a:gd name="csY19" fmla="*/ 5036669 h 5036669"/>
              <a:gd name="csX20" fmla="*/ 0 w 3825948"/>
              <a:gd name="csY20" fmla="*/ 5036669 h 5036669"/>
              <a:gd name="csX21" fmla="*/ 0 w 3825948"/>
              <a:gd name="csY21" fmla="*/ 4316465 h 5036669"/>
              <a:gd name="csX22" fmla="*/ 0 w 3825948"/>
              <a:gd name="csY22" fmla="*/ 3596262 h 5036669"/>
              <a:gd name="csX23" fmla="*/ 0 w 3825948"/>
              <a:gd name="csY23" fmla="*/ 3124404 h 5036669"/>
              <a:gd name="csX24" fmla="*/ 0 w 3825948"/>
              <a:gd name="csY24" fmla="*/ 2553208 h 5036669"/>
              <a:gd name="csX25" fmla="*/ 0 w 3825948"/>
              <a:gd name="csY25" fmla="*/ 1882674 h 5036669"/>
              <a:gd name="csX26" fmla="*/ 0 w 3825948"/>
              <a:gd name="csY26" fmla="*/ 1361147 h 5036669"/>
              <a:gd name="csX27" fmla="*/ 0 w 3825948"/>
              <a:gd name="csY27" fmla="*/ 889289 h 5036669"/>
              <a:gd name="csX28" fmla="*/ 0 w 3825948"/>
              <a:gd name="csY28" fmla="*/ 69747 h 5036669"/>
              <a:gd name="csX0-1" fmla="*/ 3756201 w 3825948"/>
              <a:gd name="csY0-2" fmla="*/ 69747 h 5036669"/>
              <a:gd name="csX1-3" fmla="*/ 3825948 w 3825948"/>
              <a:gd name="csY1-4" fmla="*/ 0 h 5036669"/>
              <a:gd name="csX2-5" fmla="*/ 3825948 w 3825948"/>
              <a:gd name="csY2-6" fmla="*/ 670534 h 5036669"/>
              <a:gd name="csX3-7" fmla="*/ 3825948 w 3825948"/>
              <a:gd name="csY3-8" fmla="*/ 1241731 h 5036669"/>
              <a:gd name="csX4-9" fmla="*/ 3825948 w 3825948"/>
              <a:gd name="csY4-10" fmla="*/ 1763257 h 5036669"/>
              <a:gd name="csX5-11" fmla="*/ 3825948 w 3825948"/>
              <a:gd name="csY5-12" fmla="*/ 2433792 h 5036669"/>
              <a:gd name="csX6-13" fmla="*/ 3825948 w 3825948"/>
              <a:gd name="csY6-14" fmla="*/ 3153995 h 5036669"/>
              <a:gd name="csX7-15" fmla="*/ 3825948 w 3825948"/>
              <a:gd name="csY7-16" fmla="*/ 3725192 h 5036669"/>
              <a:gd name="csX8-17" fmla="*/ 3825948 w 3825948"/>
              <a:gd name="csY8-18" fmla="*/ 4296388 h 5036669"/>
              <a:gd name="csX9-19" fmla="*/ 3825948 w 3825948"/>
              <a:gd name="csY9-20" fmla="*/ 4966922 h 5036669"/>
              <a:gd name="csX10-21" fmla="*/ 3756201 w 3825948"/>
              <a:gd name="csY10-22" fmla="*/ 5036669 h 5036669"/>
              <a:gd name="csX11-23" fmla="*/ 3756201 w 3825948"/>
              <a:gd name="csY11-24" fmla="*/ 4366135 h 5036669"/>
              <a:gd name="csX12-25" fmla="*/ 3756201 w 3825948"/>
              <a:gd name="csY12-26" fmla="*/ 3745269 h 5036669"/>
              <a:gd name="csX13-27" fmla="*/ 3756201 w 3825948"/>
              <a:gd name="csY13-28" fmla="*/ 3074735 h 5036669"/>
              <a:gd name="csX14-29" fmla="*/ 3756201 w 3825948"/>
              <a:gd name="csY14-30" fmla="*/ 2503539 h 5036669"/>
              <a:gd name="csX15-31" fmla="*/ 3756201 w 3825948"/>
              <a:gd name="csY15-32" fmla="*/ 1882674 h 5036669"/>
              <a:gd name="csX16-33" fmla="*/ 3756201 w 3825948"/>
              <a:gd name="csY16-34" fmla="*/ 1162470 h 5036669"/>
              <a:gd name="csX17-35" fmla="*/ 3756201 w 3825948"/>
              <a:gd name="csY17-36" fmla="*/ 690612 h 5036669"/>
              <a:gd name="csX18-37" fmla="*/ 3756201 w 3825948"/>
              <a:gd name="csY18-38" fmla="*/ 69747 h 5036669"/>
              <a:gd name="csX0-39" fmla="*/ 0 w 3825948"/>
              <a:gd name="csY0-40" fmla="*/ 69747 h 5036669"/>
              <a:gd name="csX1-41" fmla="*/ 69747 w 3825948"/>
              <a:gd name="csY1-42" fmla="*/ 0 h 5036669"/>
              <a:gd name="csX2-43" fmla="*/ 583094 w 3825948"/>
              <a:gd name="csY2-44" fmla="*/ 0 h 5036669"/>
              <a:gd name="csX3-45" fmla="*/ 1246690 w 3825948"/>
              <a:gd name="csY3-46" fmla="*/ 0 h 5036669"/>
              <a:gd name="csX4-47" fmla="*/ 1947848 w 3825948"/>
              <a:gd name="csY4-48" fmla="*/ 0 h 5036669"/>
              <a:gd name="csX5-49" fmla="*/ 2461195 w 3825948"/>
              <a:gd name="csY5-50" fmla="*/ 0 h 5036669"/>
              <a:gd name="csX6-51" fmla="*/ 3012104 w 3825948"/>
              <a:gd name="csY6-52" fmla="*/ 0 h 5036669"/>
              <a:gd name="csX7-53" fmla="*/ 3825948 w 3825948"/>
              <a:gd name="csY7-54" fmla="*/ 0 h 5036669"/>
              <a:gd name="csX8-55" fmla="*/ 3756201 w 3825948"/>
              <a:gd name="csY8-56" fmla="*/ 69747 h 5036669"/>
              <a:gd name="csX9-57" fmla="*/ 3242854 w 3825948"/>
              <a:gd name="csY9-58" fmla="*/ 69747 h 5036669"/>
              <a:gd name="csX10-59" fmla="*/ 2616820 w 3825948"/>
              <a:gd name="csY10-60" fmla="*/ 69747 h 5036669"/>
              <a:gd name="csX11-61" fmla="*/ 2065911 w 3825948"/>
              <a:gd name="csY11-62" fmla="*/ 69747 h 5036669"/>
              <a:gd name="csX12-63" fmla="*/ 1552563 w 3825948"/>
              <a:gd name="csY12-64" fmla="*/ 69747 h 5036669"/>
              <a:gd name="csX13-65" fmla="*/ 1039216 w 3825948"/>
              <a:gd name="csY13-66" fmla="*/ 69747 h 5036669"/>
              <a:gd name="csX14-67" fmla="*/ 0 w 3825948"/>
              <a:gd name="csY14-68" fmla="*/ 69747 h 5036669"/>
              <a:gd name="csX0-69" fmla="*/ 0 w 3825948"/>
              <a:gd name="csY0-70" fmla="*/ 69747 h 5036669"/>
              <a:gd name="csX1-71" fmla="*/ 69747 w 3825948"/>
              <a:gd name="csY1-72" fmla="*/ 0 h 5036669"/>
              <a:gd name="csX2-73" fmla="*/ 658218 w 3825948"/>
              <a:gd name="csY2-74" fmla="*/ 0 h 5036669"/>
              <a:gd name="csX3-75" fmla="*/ 1321814 w 3825948"/>
              <a:gd name="csY3-76" fmla="*/ 0 h 5036669"/>
              <a:gd name="csX4-77" fmla="*/ 1872723 w 3825948"/>
              <a:gd name="csY4-78" fmla="*/ 0 h 5036669"/>
              <a:gd name="csX5-79" fmla="*/ 2461195 w 3825948"/>
              <a:gd name="csY5-80" fmla="*/ 0 h 5036669"/>
              <a:gd name="csX6-81" fmla="*/ 3012104 w 3825948"/>
              <a:gd name="csY6-82" fmla="*/ 0 h 5036669"/>
              <a:gd name="csX7-83" fmla="*/ 3825948 w 3825948"/>
              <a:gd name="csY7-84" fmla="*/ 0 h 5036669"/>
              <a:gd name="csX8-85" fmla="*/ 3825948 w 3825948"/>
              <a:gd name="csY8-86" fmla="*/ 571196 h 5036669"/>
              <a:gd name="csX9-87" fmla="*/ 3825948 w 3825948"/>
              <a:gd name="csY9-88" fmla="*/ 1142392 h 5036669"/>
              <a:gd name="csX10-89" fmla="*/ 3825948 w 3825948"/>
              <a:gd name="csY10-90" fmla="*/ 1614250 h 5036669"/>
              <a:gd name="csX11-91" fmla="*/ 3825948 w 3825948"/>
              <a:gd name="csY11-92" fmla="*/ 2284784 h 5036669"/>
              <a:gd name="csX12-93" fmla="*/ 3825948 w 3825948"/>
              <a:gd name="csY12-94" fmla="*/ 2806311 h 5036669"/>
              <a:gd name="csX13-95" fmla="*/ 3825948 w 3825948"/>
              <a:gd name="csY13-96" fmla="*/ 3278169 h 5036669"/>
              <a:gd name="csX14-97" fmla="*/ 3825948 w 3825948"/>
              <a:gd name="csY14-98" fmla="*/ 3998372 h 5036669"/>
              <a:gd name="csX15-99" fmla="*/ 3825948 w 3825948"/>
              <a:gd name="csY15-100" fmla="*/ 4966922 h 5036669"/>
              <a:gd name="csX16-101" fmla="*/ 3756201 w 3825948"/>
              <a:gd name="csY16-102" fmla="*/ 5036669 h 5036669"/>
              <a:gd name="csX17-103" fmla="*/ 3242854 w 3825948"/>
              <a:gd name="csY17-104" fmla="*/ 5036669 h 5036669"/>
              <a:gd name="csX18-105" fmla="*/ 2691944 w 3825948"/>
              <a:gd name="csY18-106" fmla="*/ 5036669 h 5036669"/>
              <a:gd name="csX19-107" fmla="*/ 1990787 w 3825948"/>
              <a:gd name="csY19-108" fmla="*/ 5036669 h 5036669"/>
              <a:gd name="csX20-109" fmla="*/ 1364753 w 3825948"/>
              <a:gd name="csY20-110" fmla="*/ 5036669 h 5036669"/>
              <a:gd name="csX21-111" fmla="*/ 738720 w 3825948"/>
              <a:gd name="csY21-112" fmla="*/ 5036669 h 5036669"/>
              <a:gd name="csX22-113" fmla="*/ 0 w 3825948"/>
              <a:gd name="csY22-114" fmla="*/ 5036669 h 5036669"/>
              <a:gd name="csX23-115" fmla="*/ 0 w 3825948"/>
              <a:gd name="csY23-116" fmla="*/ 4515142 h 5036669"/>
              <a:gd name="csX24-117" fmla="*/ 0 w 3825948"/>
              <a:gd name="csY24-118" fmla="*/ 3794939 h 5036669"/>
              <a:gd name="csX25-119" fmla="*/ 0 w 3825948"/>
              <a:gd name="csY25-120" fmla="*/ 3273412 h 5036669"/>
              <a:gd name="csX26-121" fmla="*/ 0 w 3825948"/>
              <a:gd name="csY26-122" fmla="*/ 2652546 h 5036669"/>
              <a:gd name="csX27-123" fmla="*/ 0 w 3825948"/>
              <a:gd name="csY27-124" fmla="*/ 1982012 h 5036669"/>
              <a:gd name="csX28-125" fmla="*/ 0 w 3825948"/>
              <a:gd name="csY28-126" fmla="*/ 1410816 h 5036669"/>
              <a:gd name="csX29" fmla="*/ 0 w 3825948"/>
              <a:gd name="csY29" fmla="*/ 740281 h 5036669"/>
              <a:gd name="csX30" fmla="*/ 0 w 3825948"/>
              <a:gd name="csY30" fmla="*/ 69747 h 5036669"/>
              <a:gd name="csX31" fmla="*/ 0 w 3825948"/>
              <a:gd name="csY31" fmla="*/ 69747 h 5036669"/>
              <a:gd name="csX32" fmla="*/ 701158 w 3825948"/>
              <a:gd name="csY32" fmla="*/ 69747 h 5036669"/>
              <a:gd name="csX33" fmla="*/ 1364753 w 3825948"/>
              <a:gd name="csY33" fmla="*/ 69747 h 5036669"/>
              <a:gd name="csX34" fmla="*/ 1915663 w 3825948"/>
              <a:gd name="csY34" fmla="*/ 69747 h 5036669"/>
              <a:gd name="csX35" fmla="*/ 2616820 w 3825948"/>
              <a:gd name="csY35" fmla="*/ 69747 h 5036669"/>
              <a:gd name="csX36" fmla="*/ 3756201 w 3825948"/>
              <a:gd name="csY36" fmla="*/ 69747 h 5036669"/>
              <a:gd name="csX37" fmla="*/ 3825948 w 3825948"/>
              <a:gd name="csY37" fmla="*/ 0 h 5036669"/>
              <a:gd name="csX38" fmla="*/ 3756201 w 3825948"/>
              <a:gd name="csY38" fmla="*/ 69747 h 5036669"/>
              <a:gd name="csX39" fmla="*/ 3756201 w 3825948"/>
              <a:gd name="csY39" fmla="*/ 690612 h 5036669"/>
              <a:gd name="csX40" fmla="*/ 3756201 w 3825948"/>
              <a:gd name="csY40" fmla="*/ 1212139 h 5036669"/>
              <a:gd name="csX41" fmla="*/ 3756201 w 3825948"/>
              <a:gd name="csY41" fmla="*/ 1932343 h 5036669"/>
              <a:gd name="csX42" fmla="*/ 3756201 w 3825948"/>
              <a:gd name="csY42" fmla="*/ 2404200 h 5036669"/>
              <a:gd name="csX43" fmla="*/ 3756201 w 3825948"/>
              <a:gd name="csY43" fmla="*/ 2975396 h 5036669"/>
              <a:gd name="csX44" fmla="*/ 3756201 w 3825948"/>
              <a:gd name="csY44" fmla="*/ 3447254 h 5036669"/>
              <a:gd name="csX45" fmla="*/ 3756201 w 3825948"/>
              <a:gd name="csY45" fmla="*/ 4167458 h 5036669"/>
              <a:gd name="csX46" fmla="*/ 3756201 w 3825948"/>
              <a:gd name="csY46" fmla="*/ 5036669 h 503666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19" y="csY9-20"/>
              </a:cxn>
              <a:cxn ang="0">
                <a:pos x="csX10-21" y="csY10-22"/>
              </a:cxn>
              <a:cxn ang="0">
                <a:pos x="csX11-23" y="csY11-24"/>
              </a:cxn>
              <a:cxn ang="0">
                <a:pos x="csX12-25" y="csY12-26"/>
              </a:cxn>
              <a:cxn ang="0">
                <a:pos x="csX13-27" y="csY13-28"/>
              </a:cxn>
              <a:cxn ang="0">
                <a:pos x="csX14-29" y="csY14-30"/>
              </a:cxn>
              <a:cxn ang="0">
                <a:pos x="csX15-31" y="csY15-32"/>
              </a:cxn>
              <a:cxn ang="0">
                <a:pos x="csX16-33" y="csY16-34"/>
              </a:cxn>
              <a:cxn ang="0">
                <a:pos x="csX17-35" y="csY17-36"/>
              </a:cxn>
              <a:cxn ang="0">
                <a:pos x="csX18-37" y="csY18-38"/>
              </a:cxn>
              <a:cxn ang="0">
                <a:pos x="csX19-107" y="csY19-108"/>
              </a:cxn>
              <a:cxn ang="0">
                <a:pos x="csX20-109" y="csY20-110"/>
              </a:cxn>
              <a:cxn ang="0">
                <a:pos x="csX21-111" y="csY21-112"/>
              </a:cxn>
              <a:cxn ang="0">
                <a:pos x="csX22-113" y="csY22-114"/>
              </a:cxn>
              <a:cxn ang="0">
                <a:pos x="csX23-115" y="csY23-116"/>
              </a:cxn>
              <a:cxn ang="0">
                <a:pos x="csX24-117" y="csY24-118"/>
              </a:cxn>
              <a:cxn ang="0">
                <a:pos x="csX25-119" y="csY25-120"/>
              </a:cxn>
              <a:cxn ang="0">
                <a:pos x="csX26-121" y="csY26-122"/>
              </a:cxn>
              <a:cxn ang="0">
                <a:pos x="csX27-123" y="csY27-124"/>
              </a:cxn>
              <a:cxn ang="0">
                <a:pos x="csX28-125" y="csY28-126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3825948" h="5036669" stroke="0" extrusionOk="0">
                <a:moveTo>
                  <a:pt x="0" y="69747"/>
                </a:moveTo>
                <a:cubicBezTo>
                  <a:pt x="204303" y="65275"/>
                  <a:pt x="535940" y="45457"/>
                  <a:pt x="701158" y="69747"/>
                </a:cubicBezTo>
                <a:cubicBezTo>
                  <a:pt x="866376" y="94037"/>
                  <a:pt x="1029493" y="79045"/>
                  <a:pt x="1252067" y="69747"/>
                </a:cubicBezTo>
                <a:cubicBezTo>
                  <a:pt x="1474641" y="60449"/>
                  <a:pt x="1586988" y="62422"/>
                  <a:pt x="1878101" y="69747"/>
                </a:cubicBezTo>
                <a:cubicBezTo>
                  <a:pt x="2169214" y="77072"/>
                  <a:pt x="2237019" y="85793"/>
                  <a:pt x="2504134" y="69747"/>
                </a:cubicBezTo>
                <a:cubicBezTo>
                  <a:pt x="2771249" y="53701"/>
                  <a:pt x="2869494" y="85863"/>
                  <a:pt x="3017481" y="69747"/>
                </a:cubicBezTo>
                <a:cubicBezTo>
                  <a:pt x="3165468" y="53631"/>
                  <a:pt x="3444616" y="81142"/>
                  <a:pt x="3756201" y="69747"/>
                </a:cubicBezTo>
                <a:cubicBezTo>
                  <a:pt x="3784219" y="277423"/>
                  <a:pt x="3784287" y="499287"/>
                  <a:pt x="3756201" y="640943"/>
                </a:cubicBezTo>
                <a:cubicBezTo>
                  <a:pt x="3728115" y="782599"/>
                  <a:pt x="3751060" y="1151937"/>
                  <a:pt x="3756201" y="1311478"/>
                </a:cubicBezTo>
                <a:cubicBezTo>
                  <a:pt x="3761342" y="1471020"/>
                  <a:pt x="3778843" y="1710263"/>
                  <a:pt x="3756201" y="1932343"/>
                </a:cubicBezTo>
                <a:cubicBezTo>
                  <a:pt x="3733559" y="2154424"/>
                  <a:pt x="3770155" y="2420668"/>
                  <a:pt x="3756201" y="2553208"/>
                </a:cubicBezTo>
                <a:cubicBezTo>
                  <a:pt x="3742247" y="2685749"/>
                  <a:pt x="3755007" y="2835023"/>
                  <a:pt x="3756201" y="3025066"/>
                </a:cubicBezTo>
                <a:cubicBezTo>
                  <a:pt x="3757395" y="3215109"/>
                  <a:pt x="3779215" y="3469952"/>
                  <a:pt x="3756201" y="3596262"/>
                </a:cubicBezTo>
                <a:cubicBezTo>
                  <a:pt x="3733187" y="3722572"/>
                  <a:pt x="3733988" y="4014041"/>
                  <a:pt x="3756201" y="4316465"/>
                </a:cubicBezTo>
                <a:cubicBezTo>
                  <a:pt x="3778414" y="4618889"/>
                  <a:pt x="3741843" y="4828828"/>
                  <a:pt x="3756201" y="5036669"/>
                </a:cubicBezTo>
                <a:cubicBezTo>
                  <a:pt x="3523317" y="5019859"/>
                  <a:pt x="3426772" y="5031433"/>
                  <a:pt x="3242854" y="5036669"/>
                </a:cubicBezTo>
                <a:cubicBezTo>
                  <a:pt x="3058936" y="5041905"/>
                  <a:pt x="2855018" y="5047514"/>
                  <a:pt x="2616820" y="5036669"/>
                </a:cubicBezTo>
                <a:cubicBezTo>
                  <a:pt x="2378622" y="5025824"/>
                  <a:pt x="2136596" y="5051197"/>
                  <a:pt x="1915663" y="5036669"/>
                </a:cubicBezTo>
                <a:cubicBezTo>
                  <a:pt x="1694730" y="5022141"/>
                  <a:pt x="1583790" y="5048879"/>
                  <a:pt x="1402315" y="5036669"/>
                </a:cubicBezTo>
                <a:cubicBezTo>
                  <a:pt x="1220840" y="5024459"/>
                  <a:pt x="1118289" y="5045654"/>
                  <a:pt x="888968" y="5036669"/>
                </a:cubicBezTo>
                <a:cubicBezTo>
                  <a:pt x="659647" y="5027684"/>
                  <a:pt x="300391" y="5049903"/>
                  <a:pt x="0" y="5036669"/>
                </a:cubicBezTo>
                <a:cubicBezTo>
                  <a:pt x="9853" y="4762657"/>
                  <a:pt x="-34833" y="4558430"/>
                  <a:pt x="0" y="4316465"/>
                </a:cubicBezTo>
                <a:cubicBezTo>
                  <a:pt x="34833" y="4074500"/>
                  <a:pt x="1535" y="3762860"/>
                  <a:pt x="0" y="3596262"/>
                </a:cubicBezTo>
                <a:cubicBezTo>
                  <a:pt x="-1535" y="3429664"/>
                  <a:pt x="-20765" y="3336954"/>
                  <a:pt x="0" y="3124404"/>
                </a:cubicBezTo>
                <a:cubicBezTo>
                  <a:pt x="20765" y="2911854"/>
                  <a:pt x="567" y="2785142"/>
                  <a:pt x="0" y="2553208"/>
                </a:cubicBezTo>
                <a:cubicBezTo>
                  <a:pt x="-567" y="2321274"/>
                  <a:pt x="-22938" y="2109720"/>
                  <a:pt x="0" y="1882674"/>
                </a:cubicBezTo>
                <a:cubicBezTo>
                  <a:pt x="22938" y="1655628"/>
                  <a:pt x="15447" y="1516169"/>
                  <a:pt x="0" y="1361147"/>
                </a:cubicBezTo>
                <a:cubicBezTo>
                  <a:pt x="-15447" y="1206125"/>
                  <a:pt x="4854" y="1018002"/>
                  <a:pt x="0" y="889289"/>
                </a:cubicBezTo>
                <a:cubicBezTo>
                  <a:pt x="-4854" y="760576"/>
                  <a:pt x="32413" y="473854"/>
                  <a:pt x="0" y="69747"/>
                </a:cubicBezTo>
                <a:close/>
              </a:path>
              <a:path w="3825948" h="5036669" fill="darkenLess" stroke="0" extrusionOk="0">
                <a:moveTo>
                  <a:pt x="3756201" y="69747"/>
                </a:moveTo>
                <a:cubicBezTo>
                  <a:pt x="3789644" y="41806"/>
                  <a:pt x="3799530" y="27496"/>
                  <a:pt x="3825948" y="0"/>
                </a:cubicBezTo>
                <a:cubicBezTo>
                  <a:pt x="3843285" y="253836"/>
                  <a:pt x="3858105" y="337476"/>
                  <a:pt x="3825948" y="670534"/>
                </a:cubicBezTo>
                <a:cubicBezTo>
                  <a:pt x="3793791" y="1003592"/>
                  <a:pt x="3850427" y="1029955"/>
                  <a:pt x="3825948" y="1241731"/>
                </a:cubicBezTo>
                <a:cubicBezTo>
                  <a:pt x="3801469" y="1453507"/>
                  <a:pt x="3801163" y="1572391"/>
                  <a:pt x="3825948" y="1763257"/>
                </a:cubicBezTo>
                <a:cubicBezTo>
                  <a:pt x="3850733" y="1954123"/>
                  <a:pt x="3797882" y="2180317"/>
                  <a:pt x="3825948" y="2433792"/>
                </a:cubicBezTo>
                <a:cubicBezTo>
                  <a:pt x="3854014" y="2687268"/>
                  <a:pt x="3837856" y="2905149"/>
                  <a:pt x="3825948" y="3153995"/>
                </a:cubicBezTo>
                <a:cubicBezTo>
                  <a:pt x="3814040" y="3402841"/>
                  <a:pt x="3842817" y="3591399"/>
                  <a:pt x="3825948" y="3725192"/>
                </a:cubicBezTo>
                <a:cubicBezTo>
                  <a:pt x="3809079" y="3858985"/>
                  <a:pt x="3825212" y="4016270"/>
                  <a:pt x="3825948" y="4296388"/>
                </a:cubicBezTo>
                <a:cubicBezTo>
                  <a:pt x="3826684" y="4576506"/>
                  <a:pt x="3835609" y="4828332"/>
                  <a:pt x="3825948" y="4966922"/>
                </a:cubicBezTo>
                <a:cubicBezTo>
                  <a:pt x="3789471" y="4999040"/>
                  <a:pt x="3786445" y="5006722"/>
                  <a:pt x="3756201" y="5036669"/>
                </a:cubicBezTo>
                <a:cubicBezTo>
                  <a:pt x="3732996" y="4837838"/>
                  <a:pt x="3777269" y="4700615"/>
                  <a:pt x="3756201" y="4366135"/>
                </a:cubicBezTo>
                <a:cubicBezTo>
                  <a:pt x="3735133" y="4031655"/>
                  <a:pt x="3765336" y="3873827"/>
                  <a:pt x="3756201" y="3745269"/>
                </a:cubicBezTo>
                <a:cubicBezTo>
                  <a:pt x="3747066" y="3616711"/>
                  <a:pt x="3767705" y="3335245"/>
                  <a:pt x="3756201" y="3074735"/>
                </a:cubicBezTo>
                <a:cubicBezTo>
                  <a:pt x="3744697" y="2814225"/>
                  <a:pt x="3735447" y="2657356"/>
                  <a:pt x="3756201" y="2503539"/>
                </a:cubicBezTo>
                <a:cubicBezTo>
                  <a:pt x="3776955" y="2349722"/>
                  <a:pt x="3747884" y="2138156"/>
                  <a:pt x="3756201" y="1882674"/>
                </a:cubicBezTo>
                <a:cubicBezTo>
                  <a:pt x="3764518" y="1627193"/>
                  <a:pt x="3726257" y="1426593"/>
                  <a:pt x="3756201" y="1162470"/>
                </a:cubicBezTo>
                <a:cubicBezTo>
                  <a:pt x="3786145" y="898347"/>
                  <a:pt x="3775419" y="808806"/>
                  <a:pt x="3756201" y="690612"/>
                </a:cubicBezTo>
                <a:cubicBezTo>
                  <a:pt x="3736983" y="572418"/>
                  <a:pt x="3784910" y="319943"/>
                  <a:pt x="3756201" y="69747"/>
                </a:cubicBezTo>
                <a:close/>
              </a:path>
              <a:path w="3825948" h="5036669" fill="lightenLess" stroke="0" extrusionOk="0">
                <a:moveTo>
                  <a:pt x="0" y="69747"/>
                </a:moveTo>
                <a:cubicBezTo>
                  <a:pt x="31330" y="37284"/>
                  <a:pt x="45722" y="30236"/>
                  <a:pt x="69747" y="0"/>
                </a:cubicBezTo>
                <a:cubicBezTo>
                  <a:pt x="186785" y="7029"/>
                  <a:pt x="344378" y="-1339"/>
                  <a:pt x="583094" y="0"/>
                </a:cubicBezTo>
                <a:cubicBezTo>
                  <a:pt x="821810" y="1339"/>
                  <a:pt x="976210" y="21430"/>
                  <a:pt x="1246690" y="0"/>
                </a:cubicBezTo>
                <a:cubicBezTo>
                  <a:pt x="1517170" y="-21430"/>
                  <a:pt x="1716813" y="20158"/>
                  <a:pt x="1947848" y="0"/>
                </a:cubicBezTo>
                <a:cubicBezTo>
                  <a:pt x="2178883" y="-20158"/>
                  <a:pt x="2344282" y="844"/>
                  <a:pt x="2461195" y="0"/>
                </a:cubicBezTo>
                <a:cubicBezTo>
                  <a:pt x="2578108" y="-844"/>
                  <a:pt x="2788327" y="15941"/>
                  <a:pt x="3012104" y="0"/>
                </a:cubicBezTo>
                <a:cubicBezTo>
                  <a:pt x="3235881" y="-15941"/>
                  <a:pt x="3653672" y="-32766"/>
                  <a:pt x="3825948" y="0"/>
                </a:cubicBezTo>
                <a:cubicBezTo>
                  <a:pt x="3792831" y="27199"/>
                  <a:pt x="3771092" y="54873"/>
                  <a:pt x="3756201" y="69747"/>
                </a:cubicBezTo>
                <a:cubicBezTo>
                  <a:pt x="3631608" y="85829"/>
                  <a:pt x="3478835" y="79358"/>
                  <a:pt x="3242854" y="69747"/>
                </a:cubicBezTo>
                <a:cubicBezTo>
                  <a:pt x="3006873" y="60136"/>
                  <a:pt x="2902683" y="81404"/>
                  <a:pt x="2616820" y="69747"/>
                </a:cubicBezTo>
                <a:cubicBezTo>
                  <a:pt x="2330957" y="58090"/>
                  <a:pt x="2225475" y="59797"/>
                  <a:pt x="2065911" y="69747"/>
                </a:cubicBezTo>
                <a:cubicBezTo>
                  <a:pt x="1906347" y="79697"/>
                  <a:pt x="1807251" y="92480"/>
                  <a:pt x="1552563" y="69747"/>
                </a:cubicBezTo>
                <a:cubicBezTo>
                  <a:pt x="1297875" y="47014"/>
                  <a:pt x="1155572" y="90758"/>
                  <a:pt x="1039216" y="69747"/>
                </a:cubicBezTo>
                <a:cubicBezTo>
                  <a:pt x="922860" y="48736"/>
                  <a:pt x="231782" y="115077"/>
                  <a:pt x="0" y="69747"/>
                </a:cubicBezTo>
                <a:close/>
              </a:path>
              <a:path w="3825948" h="5036669" fill="none" extrusionOk="0">
                <a:moveTo>
                  <a:pt x="0" y="69747"/>
                </a:moveTo>
                <a:cubicBezTo>
                  <a:pt x="16489" y="56286"/>
                  <a:pt x="56760" y="19684"/>
                  <a:pt x="69747" y="0"/>
                </a:cubicBezTo>
                <a:cubicBezTo>
                  <a:pt x="208292" y="-1419"/>
                  <a:pt x="503506" y="24332"/>
                  <a:pt x="658218" y="0"/>
                </a:cubicBezTo>
                <a:cubicBezTo>
                  <a:pt x="812930" y="-24332"/>
                  <a:pt x="1035770" y="-22123"/>
                  <a:pt x="1321814" y="0"/>
                </a:cubicBezTo>
                <a:cubicBezTo>
                  <a:pt x="1607858" y="22123"/>
                  <a:pt x="1619856" y="5977"/>
                  <a:pt x="1872723" y="0"/>
                </a:cubicBezTo>
                <a:cubicBezTo>
                  <a:pt x="2125590" y="-5977"/>
                  <a:pt x="2174001" y="5992"/>
                  <a:pt x="2461195" y="0"/>
                </a:cubicBezTo>
                <a:cubicBezTo>
                  <a:pt x="2748389" y="-5992"/>
                  <a:pt x="2833457" y="-14660"/>
                  <a:pt x="3012104" y="0"/>
                </a:cubicBezTo>
                <a:cubicBezTo>
                  <a:pt x="3190751" y="14660"/>
                  <a:pt x="3478389" y="-28884"/>
                  <a:pt x="3825948" y="0"/>
                </a:cubicBezTo>
                <a:cubicBezTo>
                  <a:pt x="3804691" y="152896"/>
                  <a:pt x="3809935" y="379550"/>
                  <a:pt x="3825948" y="571196"/>
                </a:cubicBezTo>
                <a:cubicBezTo>
                  <a:pt x="3841961" y="762842"/>
                  <a:pt x="3806131" y="947093"/>
                  <a:pt x="3825948" y="1142392"/>
                </a:cubicBezTo>
                <a:cubicBezTo>
                  <a:pt x="3845765" y="1337691"/>
                  <a:pt x="3829810" y="1421286"/>
                  <a:pt x="3825948" y="1614250"/>
                </a:cubicBezTo>
                <a:cubicBezTo>
                  <a:pt x="3822086" y="1807214"/>
                  <a:pt x="3798725" y="1969984"/>
                  <a:pt x="3825948" y="2284784"/>
                </a:cubicBezTo>
                <a:cubicBezTo>
                  <a:pt x="3853171" y="2599584"/>
                  <a:pt x="3802952" y="2678116"/>
                  <a:pt x="3825948" y="2806311"/>
                </a:cubicBezTo>
                <a:cubicBezTo>
                  <a:pt x="3848944" y="2934506"/>
                  <a:pt x="3828462" y="3108230"/>
                  <a:pt x="3825948" y="3278169"/>
                </a:cubicBezTo>
                <a:cubicBezTo>
                  <a:pt x="3823434" y="3448108"/>
                  <a:pt x="3814908" y="3780613"/>
                  <a:pt x="3825948" y="3998372"/>
                </a:cubicBezTo>
                <a:cubicBezTo>
                  <a:pt x="3836988" y="4216131"/>
                  <a:pt x="3871728" y="4764169"/>
                  <a:pt x="3825948" y="4966922"/>
                </a:cubicBezTo>
                <a:cubicBezTo>
                  <a:pt x="3804414" y="4991316"/>
                  <a:pt x="3789987" y="5004695"/>
                  <a:pt x="3756201" y="5036669"/>
                </a:cubicBezTo>
                <a:cubicBezTo>
                  <a:pt x="3646699" y="5025715"/>
                  <a:pt x="3429016" y="5030431"/>
                  <a:pt x="3242854" y="5036669"/>
                </a:cubicBezTo>
                <a:cubicBezTo>
                  <a:pt x="3056692" y="5042907"/>
                  <a:pt x="2853290" y="5056866"/>
                  <a:pt x="2691944" y="5036669"/>
                </a:cubicBezTo>
                <a:cubicBezTo>
                  <a:pt x="2530598" y="5016473"/>
                  <a:pt x="2149979" y="5019859"/>
                  <a:pt x="1990787" y="5036669"/>
                </a:cubicBezTo>
                <a:cubicBezTo>
                  <a:pt x="1831595" y="5053479"/>
                  <a:pt x="1592386" y="5007567"/>
                  <a:pt x="1364753" y="5036669"/>
                </a:cubicBezTo>
                <a:cubicBezTo>
                  <a:pt x="1137120" y="5065771"/>
                  <a:pt x="943475" y="5026653"/>
                  <a:pt x="738720" y="5036669"/>
                </a:cubicBezTo>
                <a:cubicBezTo>
                  <a:pt x="533965" y="5046685"/>
                  <a:pt x="206314" y="5009810"/>
                  <a:pt x="0" y="5036669"/>
                </a:cubicBezTo>
                <a:cubicBezTo>
                  <a:pt x="-17983" y="4874949"/>
                  <a:pt x="4646" y="4693314"/>
                  <a:pt x="0" y="4515142"/>
                </a:cubicBezTo>
                <a:cubicBezTo>
                  <a:pt x="-4646" y="4336970"/>
                  <a:pt x="4429" y="4078018"/>
                  <a:pt x="0" y="3794939"/>
                </a:cubicBezTo>
                <a:cubicBezTo>
                  <a:pt x="-4429" y="3511860"/>
                  <a:pt x="24600" y="3446516"/>
                  <a:pt x="0" y="3273412"/>
                </a:cubicBezTo>
                <a:cubicBezTo>
                  <a:pt x="-24600" y="3100308"/>
                  <a:pt x="-15301" y="2910514"/>
                  <a:pt x="0" y="2652546"/>
                </a:cubicBezTo>
                <a:cubicBezTo>
                  <a:pt x="15301" y="2394578"/>
                  <a:pt x="-3322" y="2298578"/>
                  <a:pt x="0" y="1982012"/>
                </a:cubicBezTo>
                <a:cubicBezTo>
                  <a:pt x="3322" y="1665446"/>
                  <a:pt x="-157" y="1648972"/>
                  <a:pt x="0" y="1410816"/>
                </a:cubicBezTo>
                <a:cubicBezTo>
                  <a:pt x="157" y="1172660"/>
                  <a:pt x="11968" y="909683"/>
                  <a:pt x="0" y="740281"/>
                </a:cubicBezTo>
                <a:cubicBezTo>
                  <a:pt x="-11968" y="570879"/>
                  <a:pt x="24240" y="289191"/>
                  <a:pt x="0" y="69747"/>
                </a:cubicBezTo>
                <a:close/>
                <a:moveTo>
                  <a:pt x="0" y="69747"/>
                </a:moveTo>
                <a:cubicBezTo>
                  <a:pt x="323357" y="99977"/>
                  <a:pt x="490377" y="36917"/>
                  <a:pt x="701158" y="69747"/>
                </a:cubicBezTo>
                <a:cubicBezTo>
                  <a:pt x="911939" y="102577"/>
                  <a:pt x="1216253" y="99964"/>
                  <a:pt x="1364753" y="69747"/>
                </a:cubicBezTo>
                <a:cubicBezTo>
                  <a:pt x="1513254" y="39530"/>
                  <a:pt x="1799422" y="65788"/>
                  <a:pt x="1915663" y="69747"/>
                </a:cubicBezTo>
                <a:cubicBezTo>
                  <a:pt x="2031904" y="73707"/>
                  <a:pt x="2298439" y="72793"/>
                  <a:pt x="2616820" y="69747"/>
                </a:cubicBezTo>
                <a:cubicBezTo>
                  <a:pt x="2935201" y="66701"/>
                  <a:pt x="3402274" y="124600"/>
                  <a:pt x="3756201" y="69747"/>
                </a:cubicBezTo>
                <a:cubicBezTo>
                  <a:pt x="3777947" y="41395"/>
                  <a:pt x="3794804" y="28849"/>
                  <a:pt x="3825948" y="0"/>
                </a:cubicBezTo>
                <a:moveTo>
                  <a:pt x="3756201" y="69747"/>
                </a:moveTo>
                <a:cubicBezTo>
                  <a:pt x="3751864" y="337557"/>
                  <a:pt x="3768725" y="504603"/>
                  <a:pt x="3756201" y="690612"/>
                </a:cubicBezTo>
                <a:cubicBezTo>
                  <a:pt x="3743677" y="876621"/>
                  <a:pt x="3776571" y="993547"/>
                  <a:pt x="3756201" y="1212139"/>
                </a:cubicBezTo>
                <a:cubicBezTo>
                  <a:pt x="3735831" y="1430731"/>
                  <a:pt x="3729749" y="1609971"/>
                  <a:pt x="3756201" y="1932343"/>
                </a:cubicBezTo>
                <a:cubicBezTo>
                  <a:pt x="3782653" y="2254715"/>
                  <a:pt x="3761982" y="2247641"/>
                  <a:pt x="3756201" y="2404200"/>
                </a:cubicBezTo>
                <a:cubicBezTo>
                  <a:pt x="3750420" y="2560759"/>
                  <a:pt x="3778352" y="2754346"/>
                  <a:pt x="3756201" y="2975396"/>
                </a:cubicBezTo>
                <a:cubicBezTo>
                  <a:pt x="3734050" y="3196446"/>
                  <a:pt x="3752508" y="3243132"/>
                  <a:pt x="3756201" y="3447254"/>
                </a:cubicBezTo>
                <a:cubicBezTo>
                  <a:pt x="3759894" y="3651376"/>
                  <a:pt x="3752487" y="4008711"/>
                  <a:pt x="3756201" y="4167458"/>
                </a:cubicBezTo>
                <a:cubicBezTo>
                  <a:pt x="3759915" y="4326205"/>
                  <a:pt x="3748745" y="4818205"/>
                  <a:pt x="3756201" y="5036669"/>
                </a:cubicBezTo>
              </a:path>
              <a:path w="3825948" h="5036669" fill="none" stroke="0" extrusionOk="0">
                <a:moveTo>
                  <a:pt x="0" y="69747"/>
                </a:moveTo>
                <a:cubicBezTo>
                  <a:pt x="27858" y="43468"/>
                  <a:pt x="40418" y="28802"/>
                  <a:pt x="69747" y="0"/>
                </a:cubicBezTo>
                <a:cubicBezTo>
                  <a:pt x="179076" y="-327"/>
                  <a:pt x="417234" y="-3964"/>
                  <a:pt x="583094" y="0"/>
                </a:cubicBezTo>
                <a:cubicBezTo>
                  <a:pt x="748954" y="3964"/>
                  <a:pt x="978964" y="-19643"/>
                  <a:pt x="1096442" y="0"/>
                </a:cubicBezTo>
                <a:cubicBezTo>
                  <a:pt x="1213920" y="19643"/>
                  <a:pt x="1556162" y="-13046"/>
                  <a:pt x="1797599" y="0"/>
                </a:cubicBezTo>
                <a:cubicBezTo>
                  <a:pt x="2039036" y="13046"/>
                  <a:pt x="2276628" y="-28144"/>
                  <a:pt x="2423633" y="0"/>
                </a:cubicBezTo>
                <a:cubicBezTo>
                  <a:pt x="2570638" y="28144"/>
                  <a:pt x="2963078" y="4324"/>
                  <a:pt x="3124790" y="0"/>
                </a:cubicBezTo>
                <a:cubicBezTo>
                  <a:pt x="3286502" y="-4324"/>
                  <a:pt x="3677677" y="-33343"/>
                  <a:pt x="3825948" y="0"/>
                </a:cubicBezTo>
                <a:cubicBezTo>
                  <a:pt x="3851946" y="147055"/>
                  <a:pt x="3801456" y="316226"/>
                  <a:pt x="3825948" y="571196"/>
                </a:cubicBezTo>
                <a:cubicBezTo>
                  <a:pt x="3850440" y="826166"/>
                  <a:pt x="3809418" y="907999"/>
                  <a:pt x="3825948" y="1043054"/>
                </a:cubicBezTo>
                <a:cubicBezTo>
                  <a:pt x="3842478" y="1178109"/>
                  <a:pt x="3803394" y="1494657"/>
                  <a:pt x="3825948" y="1763257"/>
                </a:cubicBezTo>
                <a:cubicBezTo>
                  <a:pt x="3848502" y="2031857"/>
                  <a:pt x="3815572" y="2098759"/>
                  <a:pt x="3825948" y="2334453"/>
                </a:cubicBezTo>
                <a:cubicBezTo>
                  <a:pt x="3836324" y="2570147"/>
                  <a:pt x="3851123" y="2716164"/>
                  <a:pt x="3825948" y="2905649"/>
                </a:cubicBezTo>
                <a:cubicBezTo>
                  <a:pt x="3800773" y="3095134"/>
                  <a:pt x="3828758" y="3378256"/>
                  <a:pt x="3825948" y="3576184"/>
                </a:cubicBezTo>
                <a:cubicBezTo>
                  <a:pt x="3823138" y="3774112"/>
                  <a:pt x="3836751" y="4075398"/>
                  <a:pt x="3825948" y="4246718"/>
                </a:cubicBezTo>
                <a:cubicBezTo>
                  <a:pt x="3815145" y="4418038"/>
                  <a:pt x="3854464" y="4822046"/>
                  <a:pt x="3825948" y="4966922"/>
                </a:cubicBezTo>
                <a:cubicBezTo>
                  <a:pt x="3796451" y="4992686"/>
                  <a:pt x="3767843" y="5019132"/>
                  <a:pt x="3756201" y="5036669"/>
                </a:cubicBezTo>
                <a:cubicBezTo>
                  <a:pt x="3615704" y="5057942"/>
                  <a:pt x="3357539" y="5056367"/>
                  <a:pt x="3242854" y="5036669"/>
                </a:cubicBezTo>
                <a:cubicBezTo>
                  <a:pt x="3128169" y="5016971"/>
                  <a:pt x="2814369" y="5053289"/>
                  <a:pt x="2579258" y="5036669"/>
                </a:cubicBezTo>
                <a:cubicBezTo>
                  <a:pt x="2344147" y="5020049"/>
                  <a:pt x="2110047" y="5021408"/>
                  <a:pt x="1953225" y="5036669"/>
                </a:cubicBezTo>
                <a:cubicBezTo>
                  <a:pt x="1796403" y="5051930"/>
                  <a:pt x="1531397" y="5041702"/>
                  <a:pt x="1327191" y="5036669"/>
                </a:cubicBezTo>
                <a:cubicBezTo>
                  <a:pt x="1122985" y="5031636"/>
                  <a:pt x="870457" y="5024028"/>
                  <a:pt x="663596" y="5036669"/>
                </a:cubicBezTo>
                <a:cubicBezTo>
                  <a:pt x="456735" y="5049310"/>
                  <a:pt x="272633" y="5043905"/>
                  <a:pt x="0" y="5036669"/>
                </a:cubicBezTo>
                <a:cubicBezTo>
                  <a:pt x="11591" y="4884450"/>
                  <a:pt x="18468" y="4705273"/>
                  <a:pt x="0" y="4564811"/>
                </a:cubicBezTo>
                <a:cubicBezTo>
                  <a:pt x="-18468" y="4424349"/>
                  <a:pt x="-12761" y="4310422"/>
                  <a:pt x="0" y="4092954"/>
                </a:cubicBezTo>
                <a:cubicBezTo>
                  <a:pt x="12761" y="3875486"/>
                  <a:pt x="-14241" y="3749512"/>
                  <a:pt x="0" y="3571427"/>
                </a:cubicBezTo>
                <a:cubicBezTo>
                  <a:pt x="14241" y="3393342"/>
                  <a:pt x="-12263" y="3218235"/>
                  <a:pt x="0" y="2950562"/>
                </a:cubicBezTo>
                <a:cubicBezTo>
                  <a:pt x="12263" y="2682890"/>
                  <a:pt x="-17438" y="2589118"/>
                  <a:pt x="0" y="2379366"/>
                </a:cubicBezTo>
                <a:cubicBezTo>
                  <a:pt x="17438" y="2169614"/>
                  <a:pt x="11388" y="2004223"/>
                  <a:pt x="0" y="1857839"/>
                </a:cubicBezTo>
                <a:cubicBezTo>
                  <a:pt x="-11388" y="1711455"/>
                  <a:pt x="25263" y="1448891"/>
                  <a:pt x="0" y="1187304"/>
                </a:cubicBezTo>
                <a:cubicBezTo>
                  <a:pt x="-25263" y="925717"/>
                  <a:pt x="-20116" y="938157"/>
                  <a:pt x="0" y="715447"/>
                </a:cubicBezTo>
                <a:cubicBezTo>
                  <a:pt x="20116" y="492737"/>
                  <a:pt x="-20475" y="230572"/>
                  <a:pt x="0" y="69747"/>
                </a:cubicBezTo>
                <a:close/>
                <a:moveTo>
                  <a:pt x="0" y="69747"/>
                </a:moveTo>
                <a:cubicBezTo>
                  <a:pt x="230666" y="59571"/>
                  <a:pt x="350896" y="79308"/>
                  <a:pt x="550909" y="69747"/>
                </a:cubicBezTo>
                <a:cubicBezTo>
                  <a:pt x="750922" y="60186"/>
                  <a:pt x="931608" y="49074"/>
                  <a:pt x="1101819" y="69747"/>
                </a:cubicBezTo>
                <a:cubicBezTo>
                  <a:pt x="1272030" y="90421"/>
                  <a:pt x="1524900" y="77131"/>
                  <a:pt x="1765414" y="69747"/>
                </a:cubicBezTo>
                <a:cubicBezTo>
                  <a:pt x="2005928" y="62363"/>
                  <a:pt x="2059684" y="98874"/>
                  <a:pt x="2353886" y="69747"/>
                </a:cubicBezTo>
                <a:cubicBezTo>
                  <a:pt x="2648088" y="40620"/>
                  <a:pt x="2784571" y="54753"/>
                  <a:pt x="2979919" y="69747"/>
                </a:cubicBezTo>
                <a:cubicBezTo>
                  <a:pt x="3175267" y="84741"/>
                  <a:pt x="3391451" y="59832"/>
                  <a:pt x="3756201" y="69747"/>
                </a:cubicBezTo>
                <a:cubicBezTo>
                  <a:pt x="3782286" y="40006"/>
                  <a:pt x="3792581" y="34313"/>
                  <a:pt x="3825948" y="0"/>
                </a:cubicBezTo>
                <a:moveTo>
                  <a:pt x="3756201" y="69747"/>
                </a:moveTo>
                <a:cubicBezTo>
                  <a:pt x="3775383" y="416144"/>
                  <a:pt x="3722287" y="528947"/>
                  <a:pt x="3756201" y="789951"/>
                </a:cubicBezTo>
                <a:cubicBezTo>
                  <a:pt x="3790115" y="1050955"/>
                  <a:pt x="3791758" y="1296610"/>
                  <a:pt x="3756201" y="1510154"/>
                </a:cubicBezTo>
                <a:cubicBezTo>
                  <a:pt x="3720644" y="1723698"/>
                  <a:pt x="3735164" y="1989682"/>
                  <a:pt x="3756201" y="2131020"/>
                </a:cubicBezTo>
                <a:cubicBezTo>
                  <a:pt x="3777238" y="2272358"/>
                  <a:pt x="3739918" y="2413294"/>
                  <a:pt x="3756201" y="2652546"/>
                </a:cubicBezTo>
                <a:cubicBezTo>
                  <a:pt x="3772484" y="2891798"/>
                  <a:pt x="3735851" y="2970083"/>
                  <a:pt x="3756201" y="3124404"/>
                </a:cubicBezTo>
                <a:cubicBezTo>
                  <a:pt x="3776551" y="3278725"/>
                  <a:pt x="3735066" y="3386469"/>
                  <a:pt x="3756201" y="3645931"/>
                </a:cubicBezTo>
                <a:cubicBezTo>
                  <a:pt x="3777336" y="3905393"/>
                  <a:pt x="3738858" y="4032530"/>
                  <a:pt x="3756201" y="4167458"/>
                </a:cubicBezTo>
                <a:cubicBezTo>
                  <a:pt x="3773544" y="4302386"/>
                  <a:pt x="3779580" y="4726751"/>
                  <a:pt x="3756201" y="5036669"/>
                </a:cubicBezTo>
              </a:path>
            </a:pathLst>
          </a:custGeom>
          <a:solidFill>
            <a:srgbClr val="F9FFF7"/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5" name="矩形: 圆角 694"/>
          <p:cNvSpPr/>
          <p:nvPr/>
        </p:nvSpPr>
        <p:spPr>
          <a:xfrm>
            <a:off x="-318585" y="2332314"/>
            <a:ext cx="3574203" cy="1392991"/>
          </a:xfrm>
          <a:prstGeom prst="roundRect">
            <a:avLst/>
          </a:prstGeom>
          <a:solidFill>
            <a:srgbClr val="EEEEEE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1" name="图片 5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547" y="2422760"/>
            <a:ext cx="1302216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12" name="文本框 511"/>
          <p:cNvSpPr txBox="1"/>
          <p:nvPr/>
        </p:nvSpPr>
        <p:spPr>
          <a:xfrm>
            <a:off x="55940" y="1930787"/>
            <a:ext cx="2411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(A1) Visual Pathway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矩形: 圆角 522"/>
          <p:cNvSpPr/>
          <p:nvPr/>
        </p:nvSpPr>
        <p:spPr>
          <a:xfrm>
            <a:off x="-318585" y="3828322"/>
            <a:ext cx="3574203" cy="1176498"/>
          </a:xfrm>
          <a:prstGeom prst="roundRect">
            <a:avLst/>
          </a:prstGeom>
          <a:solidFill>
            <a:srgbClr val="F9F2E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9" name="组合 518"/>
          <p:cNvGrpSpPr/>
          <p:nvPr/>
        </p:nvGrpSpPr>
        <p:grpSpPr>
          <a:xfrm>
            <a:off x="-49986" y="3892229"/>
            <a:ext cx="3421231" cy="508825"/>
            <a:chOff x="880914" y="1947637"/>
            <a:chExt cx="3421231" cy="50882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7" name="文本框 516"/>
                <p:cNvSpPr txBox="1"/>
                <p:nvPr/>
              </p:nvSpPr>
              <p:spPr>
                <a:xfrm>
                  <a:off x="2706386" y="2041477"/>
                  <a:ext cx="1595759" cy="4149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𝒞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𝓅𝓇ℴ𝓅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517" name="文本框 5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6386" y="2041477"/>
                  <a:ext cx="1595759" cy="41498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8" name="文本框 517"/>
            <p:cNvSpPr txBox="1"/>
            <p:nvPr/>
          </p:nvSpPr>
          <p:spPr>
            <a:xfrm>
              <a:off x="880914" y="1947637"/>
              <a:ext cx="23689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Sparse Concept Sets</a:t>
              </a:r>
              <a:endParaRPr lang="zh-CN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7" name="组合 586"/>
          <p:cNvGrpSpPr/>
          <p:nvPr/>
        </p:nvGrpSpPr>
        <p:grpSpPr>
          <a:xfrm>
            <a:off x="-19763" y="4445979"/>
            <a:ext cx="597694" cy="387413"/>
            <a:chOff x="3031790" y="4513114"/>
            <a:chExt cx="597694" cy="387413"/>
          </a:xfrm>
        </p:grpSpPr>
        <p:sp>
          <p:nvSpPr>
            <p:cNvPr id="566" name="椭圆 565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6" name="文本框 585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86" name="文本框 5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8" name="组合 587"/>
          <p:cNvGrpSpPr/>
          <p:nvPr/>
        </p:nvGrpSpPr>
        <p:grpSpPr>
          <a:xfrm>
            <a:off x="557873" y="4448786"/>
            <a:ext cx="597694" cy="387413"/>
            <a:chOff x="3031790" y="4513114"/>
            <a:chExt cx="597694" cy="387413"/>
          </a:xfrm>
        </p:grpSpPr>
        <p:sp>
          <p:nvSpPr>
            <p:cNvPr id="589" name="椭圆 588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0" name="文本框 589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90" name="文本框 5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1" name="组合 590"/>
          <p:cNvGrpSpPr/>
          <p:nvPr/>
        </p:nvGrpSpPr>
        <p:grpSpPr>
          <a:xfrm>
            <a:off x="1118750" y="4453106"/>
            <a:ext cx="597694" cy="387413"/>
            <a:chOff x="3031790" y="4513114"/>
            <a:chExt cx="597694" cy="387413"/>
          </a:xfrm>
        </p:grpSpPr>
        <p:sp>
          <p:nvSpPr>
            <p:cNvPr id="592" name="椭圆 591"/>
            <p:cNvSpPr/>
            <p:nvPr/>
          </p:nvSpPr>
          <p:spPr>
            <a:xfrm>
              <a:off x="3123400" y="4527487"/>
              <a:ext cx="395424" cy="373040"/>
            </a:xfrm>
            <a:prstGeom prst="ellipse">
              <a:avLst/>
            </a:prstGeom>
            <a:solidFill>
              <a:srgbClr val="F3F3F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3" name="文本框 592"/>
                <p:cNvSpPr txBox="1"/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𝒞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>
            <p:sp>
              <p:nvSpPr>
                <p:cNvPr id="593" name="文本框 5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1790" y="4513114"/>
                  <a:ext cx="597694" cy="36933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5" name="文本框 594"/>
              <p:cNvSpPr txBox="1"/>
              <p:nvPr/>
            </p:nvSpPr>
            <p:spPr>
              <a:xfrm>
                <a:off x="1597754" y="4307038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595" name="文本框 5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754" y="4307038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2" t="-89" r="5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7" name="椭圆 596"/>
          <p:cNvSpPr/>
          <p:nvPr/>
        </p:nvSpPr>
        <p:spPr>
          <a:xfrm>
            <a:off x="2379964" y="4467479"/>
            <a:ext cx="395424" cy="373040"/>
          </a:xfrm>
          <a:prstGeom prst="ellipse">
            <a:avLst/>
          </a:prstGeom>
          <a:solidFill>
            <a:srgbClr val="F3F3F3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矩形: 圆角 600"/>
          <p:cNvSpPr/>
          <p:nvPr/>
        </p:nvSpPr>
        <p:spPr>
          <a:xfrm>
            <a:off x="-318585" y="5089409"/>
            <a:ext cx="3574203" cy="1690088"/>
          </a:xfrm>
          <a:prstGeom prst="roundRect">
            <a:avLst/>
          </a:prstGeom>
          <a:solidFill>
            <a:srgbClr val="FDF2E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文本框 520"/>
          <p:cNvSpPr txBox="1"/>
          <p:nvPr/>
        </p:nvSpPr>
        <p:spPr>
          <a:xfrm>
            <a:off x="-162032" y="5128927"/>
            <a:ext cx="3486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Uncertainty Margin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04" name="组合 603"/>
          <p:cNvGrpSpPr/>
          <p:nvPr/>
        </p:nvGrpSpPr>
        <p:grpSpPr>
          <a:xfrm>
            <a:off x="-132254" y="5686959"/>
            <a:ext cx="381258" cy="380261"/>
            <a:chOff x="6630894" y="4940389"/>
            <a:chExt cx="464756" cy="451749"/>
          </a:xfrm>
        </p:grpSpPr>
        <p:sp>
          <p:nvSpPr>
            <p:cNvPr id="659" name="椭圆 658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0" name="图片 65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06" name="组合 605"/>
          <p:cNvGrpSpPr/>
          <p:nvPr/>
        </p:nvGrpSpPr>
        <p:grpSpPr>
          <a:xfrm>
            <a:off x="2246294" y="5971314"/>
            <a:ext cx="387777" cy="387777"/>
            <a:chOff x="6758192" y="4594058"/>
            <a:chExt cx="432000" cy="432000"/>
          </a:xfrm>
        </p:grpSpPr>
        <p:sp>
          <p:nvSpPr>
            <p:cNvPr id="655" name="椭圆 654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6" name="图片 65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grpSp>
        <p:nvGrpSpPr>
          <p:cNvPr id="661" name="组合 660"/>
          <p:cNvGrpSpPr/>
          <p:nvPr/>
        </p:nvGrpSpPr>
        <p:grpSpPr>
          <a:xfrm>
            <a:off x="229946" y="6040215"/>
            <a:ext cx="271551" cy="242129"/>
            <a:chOff x="6630894" y="4940389"/>
            <a:chExt cx="464756" cy="451749"/>
          </a:xfrm>
        </p:grpSpPr>
        <p:sp>
          <p:nvSpPr>
            <p:cNvPr id="662" name="椭圆 661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3" name="图片 66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64" name="组合 663"/>
          <p:cNvGrpSpPr/>
          <p:nvPr/>
        </p:nvGrpSpPr>
        <p:grpSpPr>
          <a:xfrm>
            <a:off x="331513" y="5612373"/>
            <a:ext cx="380616" cy="380261"/>
            <a:chOff x="6630894" y="4940389"/>
            <a:chExt cx="464756" cy="451749"/>
          </a:xfrm>
        </p:grpSpPr>
        <p:sp>
          <p:nvSpPr>
            <p:cNvPr id="665" name="椭圆 664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6" name="图片 66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667" name="组合 666"/>
          <p:cNvGrpSpPr/>
          <p:nvPr/>
        </p:nvGrpSpPr>
        <p:grpSpPr>
          <a:xfrm>
            <a:off x="1476857" y="5568392"/>
            <a:ext cx="465095" cy="455022"/>
            <a:chOff x="8412472" y="5074579"/>
            <a:chExt cx="449037" cy="441808"/>
          </a:xfrm>
        </p:grpSpPr>
        <p:sp>
          <p:nvSpPr>
            <p:cNvPr id="668" name="椭圆 667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69" name="图片 668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670" name="组合 669"/>
          <p:cNvGrpSpPr/>
          <p:nvPr/>
        </p:nvGrpSpPr>
        <p:grpSpPr>
          <a:xfrm>
            <a:off x="1339290" y="6085195"/>
            <a:ext cx="326451" cy="311689"/>
            <a:chOff x="8412472" y="5074579"/>
            <a:chExt cx="449037" cy="441808"/>
          </a:xfrm>
        </p:grpSpPr>
        <p:sp>
          <p:nvSpPr>
            <p:cNvPr id="671" name="椭圆 670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72" name="图片 67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676" name="组合 675"/>
          <p:cNvGrpSpPr/>
          <p:nvPr/>
        </p:nvGrpSpPr>
        <p:grpSpPr>
          <a:xfrm>
            <a:off x="2293457" y="5634127"/>
            <a:ext cx="269001" cy="269759"/>
            <a:chOff x="6758192" y="4594058"/>
            <a:chExt cx="432000" cy="432000"/>
          </a:xfrm>
        </p:grpSpPr>
        <p:sp>
          <p:nvSpPr>
            <p:cNvPr id="677" name="椭圆 676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78" name="图片 67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sp>
        <p:nvSpPr>
          <p:cNvPr id="599" name="图形 509" descr="上一步 纯色填充"/>
          <p:cNvSpPr/>
          <p:nvPr/>
        </p:nvSpPr>
        <p:spPr>
          <a:xfrm rot="3428691" flipV="1">
            <a:off x="-397017" y="4990684"/>
            <a:ext cx="387137" cy="312455"/>
          </a:xfrm>
          <a:custGeom>
            <a:avLst/>
            <a:gdLst>
              <a:gd name="csX0" fmla="*/ 361003 w 361002"/>
              <a:gd name="csY0" fmla="*/ 108301 h 266239"/>
              <a:gd name="csX1" fmla="*/ 231944 w 361002"/>
              <a:gd name="csY1" fmla="*/ 0 h 266239"/>
              <a:gd name="csX2" fmla="*/ 231944 w 361002"/>
              <a:gd name="csY2" fmla="*/ 63175 h 266239"/>
              <a:gd name="csX3" fmla="*/ 0 w 361002"/>
              <a:gd name="csY3" fmla="*/ 266239 h 266239"/>
              <a:gd name="csX4" fmla="*/ 231944 w 361002"/>
              <a:gd name="csY4" fmla="*/ 157939 h 266239"/>
              <a:gd name="csX5" fmla="*/ 231944 w 361002"/>
              <a:gd name="csY5" fmla="*/ 216602 h 266239"/>
              <a:gd name="csX6" fmla="*/ 361003 w 361002"/>
              <a:gd name="csY6" fmla="*/ 108301 h 266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1002" h="266239">
                <a:moveTo>
                  <a:pt x="361003" y="108301"/>
                </a:moveTo>
                <a:lnTo>
                  <a:pt x="231944" y="0"/>
                </a:lnTo>
                <a:lnTo>
                  <a:pt x="231944" y="63175"/>
                </a:lnTo>
                <a:cubicBezTo>
                  <a:pt x="33844" y="64980"/>
                  <a:pt x="0" y="266239"/>
                  <a:pt x="0" y="266239"/>
                </a:cubicBezTo>
                <a:cubicBezTo>
                  <a:pt x="0" y="266239"/>
                  <a:pt x="73554" y="159292"/>
                  <a:pt x="231944" y="157939"/>
                </a:cubicBezTo>
                <a:lnTo>
                  <a:pt x="231944" y="216602"/>
                </a:lnTo>
                <a:lnTo>
                  <a:pt x="361003" y="108301"/>
                </a:lnTo>
                <a:close/>
              </a:path>
            </a:pathLst>
          </a:custGeom>
          <a:noFill/>
          <a:ln w="25400" cap="flat">
            <a:solidFill>
              <a:srgbClr val="87BF6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" name="图形 509" descr="上一步 纯色填充"/>
          <p:cNvSpPr/>
          <p:nvPr/>
        </p:nvSpPr>
        <p:spPr>
          <a:xfrm rot="3428691" flipV="1">
            <a:off x="-414769" y="3724417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rgbClr val="87BF61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01" name="图片 70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209" y="2418958"/>
            <a:ext cx="1302663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本框 703"/>
              <p:cNvSpPr txBox="1"/>
              <p:nvPr/>
            </p:nvSpPr>
            <p:spPr>
              <a:xfrm>
                <a:off x="2284202" y="4453106"/>
                <a:ext cx="62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𝓃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04" name="文本框 7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202" y="4453106"/>
                <a:ext cx="629989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7" t="-132" r="2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8" name="组合 707"/>
          <p:cNvGrpSpPr/>
          <p:nvPr/>
        </p:nvGrpSpPr>
        <p:grpSpPr>
          <a:xfrm>
            <a:off x="956957" y="5679837"/>
            <a:ext cx="465095" cy="455022"/>
            <a:chOff x="8412472" y="5074579"/>
            <a:chExt cx="449037" cy="441808"/>
          </a:xfrm>
        </p:grpSpPr>
        <p:sp>
          <p:nvSpPr>
            <p:cNvPr id="709" name="椭圆 708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0" name="图片 709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711" name="组合 710"/>
          <p:cNvGrpSpPr/>
          <p:nvPr/>
        </p:nvGrpSpPr>
        <p:grpSpPr>
          <a:xfrm>
            <a:off x="2668142" y="5659461"/>
            <a:ext cx="387777" cy="387777"/>
            <a:chOff x="6758192" y="4594058"/>
            <a:chExt cx="432000" cy="432000"/>
          </a:xfrm>
        </p:grpSpPr>
        <p:sp>
          <p:nvSpPr>
            <p:cNvPr id="712" name="椭圆 711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3" name="图片 7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9" name="文本框 718"/>
              <p:cNvSpPr txBox="1"/>
              <p:nvPr/>
            </p:nvSpPr>
            <p:spPr>
              <a:xfrm>
                <a:off x="-271189" y="6293510"/>
                <a:ext cx="1059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𝒫ℴ𝓈𝒾𝓉𝒾𝓋ℯ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19" name="文本框 7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189" y="6293510"/>
                <a:ext cx="1059194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4" t="-7" r="57" b="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0" name="文本框 719"/>
              <p:cNvSpPr txBox="1"/>
              <p:nvPr/>
            </p:nvSpPr>
            <p:spPr>
              <a:xfrm>
                <a:off x="1995521" y="6329146"/>
                <a:ext cx="12706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𝒰𝓃𝒸ℯ𝓇𝓉𝒶𝒾𝓃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0" name="文本框 7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521" y="6329146"/>
                <a:ext cx="12706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28" t="-27" r="32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本框 720"/>
              <p:cNvSpPr txBox="1"/>
              <p:nvPr/>
            </p:nvSpPr>
            <p:spPr>
              <a:xfrm>
                <a:off x="816715" y="6317006"/>
                <a:ext cx="1196909" cy="395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ℯ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ℊ𝒶𝓉𝒾𝓋ℯ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1" name="文本框 7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15" y="6317006"/>
                <a:ext cx="1196909" cy="395429"/>
              </a:xfrm>
              <a:prstGeom prst="rect">
                <a:avLst/>
              </a:prstGeom>
              <a:blipFill rotWithShape="1">
                <a:blip r:embed="rId14"/>
                <a:stretch>
                  <a:fillRect l="-9" t="-7" r="3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" name="箭头: 右 726"/>
          <p:cNvSpPr/>
          <p:nvPr/>
        </p:nvSpPr>
        <p:spPr>
          <a:xfrm>
            <a:off x="3174960" y="5934453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8" name="立方体 727"/>
          <p:cNvSpPr/>
          <p:nvPr/>
        </p:nvSpPr>
        <p:spPr>
          <a:xfrm>
            <a:off x="3533605" y="1822390"/>
            <a:ext cx="5062998" cy="1825286"/>
          </a:xfrm>
          <a:custGeom>
            <a:avLst/>
            <a:gdLst>
              <a:gd name="csX0" fmla="*/ 0 w 5062998"/>
              <a:gd name="csY0" fmla="*/ 33275 h 1825286"/>
              <a:gd name="csX1" fmla="*/ 729310 w 5062998"/>
              <a:gd name="csY1" fmla="*/ 33275 h 1825286"/>
              <a:gd name="csX2" fmla="*/ 1257431 w 5062998"/>
              <a:gd name="csY2" fmla="*/ 33275 h 1825286"/>
              <a:gd name="csX3" fmla="*/ 1886146 w 5062998"/>
              <a:gd name="csY3" fmla="*/ 33275 h 1825286"/>
              <a:gd name="csX4" fmla="*/ 2514862 w 5062998"/>
              <a:gd name="csY4" fmla="*/ 33275 h 1825286"/>
              <a:gd name="csX5" fmla="*/ 2992685 w 5062998"/>
              <a:gd name="csY5" fmla="*/ 33275 h 1825286"/>
              <a:gd name="csX6" fmla="*/ 3621401 w 5062998"/>
              <a:gd name="csY6" fmla="*/ 33275 h 1825286"/>
              <a:gd name="csX7" fmla="*/ 4199819 w 5062998"/>
              <a:gd name="csY7" fmla="*/ 33275 h 1825286"/>
              <a:gd name="csX8" fmla="*/ 5029723 w 5062998"/>
              <a:gd name="csY8" fmla="*/ 33275 h 1825286"/>
              <a:gd name="csX9" fmla="*/ 5029723 w 5062998"/>
              <a:gd name="csY9" fmla="*/ 666452 h 1825286"/>
              <a:gd name="csX10" fmla="*/ 5029723 w 5062998"/>
              <a:gd name="csY10" fmla="*/ 1263789 h 1825286"/>
              <a:gd name="csX11" fmla="*/ 5029723 w 5062998"/>
              <a:gd name="csY11" fmla="*/ 1825286 h 1825286"/>
              <a:gd name="csX12" fmla="*/ 4451305 w 5062998"/>
              <a:gd name="csY12" fmla="*/ 1825286 h 1825286"/>
              <a:gd name="csX13" fmla="*/ 3923184 w 5062998"/>
              <a:gd name="csY13" fmla="*/ 1825286 h 1825286"/>
              <a:gd name="csX14" fmla="*/ 3244171 w 5062998"/>
              <a:gd name="csY14" fmla="*/ 1825286 h 1825286"/>
              <a:gd name="csX15" fmla="*/ 2716050 w 5062998"/>
              <a:gd name="csY15" fmla="*/ 1825286 h 1825286"/>
              <a:gd name="csX16" fmla="*/ 2087335 w 5062998"/>
              <a:gd name="csY16" fmla="*/ 1825286 h 1825286"/>
              <a:gd name="csX17" fmla="*/ 1358025 w 5062998"/>
              <a:gd name="csY17" fmla="*/ 1825286 h 1825286"/>
              <a:gd name="csX18" fmla="*/ 880202 w 5062998"/>
              <a:gd name="csY18" fmla="*/ 1825286 h 1825286"/>
              <a:gd name="csX19" fmla="*/ 0 w 5062998"/>
              <a:gd name="csY19" fmla="*/ 1825286 h 1825286"/>
              <a:gd name="csX20" fmla="*/ 0 w 5062998"/>
              <a:gd name="csY20" fmla="*/ 1192109 h 1825286"/>
              <a:gd name="csX21" fmla="*/ 0 w 5062998"/>
              <a:gd name="csY21" fmla="*/ 648532 h 1825286"/>
              <a:gd name="csX22" fmla="*/ 0 w 5062998"/>
              <a:gd name="csY22" fmla="*/ 33275 h 1825286"/>
              <a:gd name="csX0-1" fmla="*/ 5029723 w 5062998"/>
              <a:gd name="csY0-2" fmla="*/ 33275 h 1825286"/>
              <a:gd name="csX1-3" fmla="*/ 5062998 w 5062998"/>
              <a:gd name="csY1-4" fmla="*/ 0 h 1825286"/>
              <a:gd name="csX2-5" fmla="*/ 5062998 w 5062998"/>
              <a:gd name="csY2-6" fmla="*/ 615257 h 1825286"/>
              <a:gd name="csX3-7" fmla="*/ 5062998 w 5062998"/>
              <a:gd name="csY3-8" fmla="*/ 1176754 h 1825286"/>
              <a:gd name="csX4-9" fmla="*/ 5062998 w 5062998"/>
              <a:gd name="csY4-10" fmla="*/ 1792011 h 1825286"/>
              <a:gd name="csX5-11" fmla="*/ 5029723 w 5062998"/>
              <a:gd name="csY5-12" fmla="*/ 1825286 h 1825286"/>
              <a:gd name="csX6-13" fmla="*/ 5029723 w 5062998"/>
              <a:gd name="csY6-14" fmla="*/ 1245869 h 1825286"/>
              <a:gd name="csX7-15" fmla="*/ 5029723 w 5062998"/>
              <a:gd name="csY7-16" fmla="*/ 648532 h 1825286"/>
              <a:gd name="csX8-17" fmla="*/ 5029723 w 5062998"/>
              <a:gd name="csY8-18" fmla="*/ 33275 h 1825286"/>
              <a:gd name="csX0-19" fmla="*/ 0 w 5062998"/>
              <a:gd name="csY0-20" fmla="*/ 33275 h 1825286"/>
              <a:gd name="csX1-21" fmla="*/ 33275 w 5062998"/>
              <a:gd name="csY1-22" fmla="*/ 0 h 1825286"/>
              <a:gd name="csX2-23" fmla="*/ 762585 w 5062998"/>
              <a:gd name="csY2-24" fmla="*/ 0 h 1825286"/>
              <a:gd name="csX3-25" fmla="*/ 1391300 w 5062998"/>
              <a:gd name="csY3-26" fmla="*/ 0 h 1825286"/>
              <a:gd name="csX4-27" fmla="*/ 2120610 w 5062998"/>
              <a:gd name="csY4-28" fmla="*/ 0 h 1825286"/>
              <a:gd name="csX5-29" fmla="*/ 2749325 w 5062998"/>
              <a:gd name="csY5-30" fmla="*/ 0 h 1825286"/>
              <a:gd name="csX6-31" fmla="*/ 3378041 w 5062998"/>
              <a:gd name="csY6-32" fmla="*/ 0 h 1825286"/>
              <a:gd name="csX7-33" fmla="*/ 4057053 w 5062998"/>
              <a:gd name="csY7-34" fmla="*/ 0 h 1825286"/>
              <a:gd name="csX8-35" fmla="*/ 5062998 w 5062998"/>
              <a:gd name="csY8-36" fmla="*/ 0 h 1825286"/>
              <a:gd name="csX9-37" fmla="*/ 5029723 w 5062998"/>
              <a:gd name="csY9-38" fmla="*/ 33275 h 1825286"/>
              <a:gd name="csX10-39" fmla="*/ 4451305 w 5062998"/>
              <a:gd name="csY10-40" fmla="*/ 33275 h 1825286"/>
              <a:gd name="csX11-41" fmla="*/ 3772292 w 5062998"/>
              <a:gd name="csY11-42" fmla="*/ 33275 h 1825286"/>
              <a:gd name="csX12-43" fmla="*/ 3093280 w 5062998"/>
              <a:gd name="csY12-44" fmla="*/ 33275 h 1825286"/>
              <a:gd name="csX13-45" fmla="*/ 2464564 w 5062998"/>
              <a:gd name="csY13-46" fmla="*/ 33275 h 1825286"/>
              <a:gd name="csX14-47" fmla="*/ 1785552 w 5062998"/>
              <a:gd name="csY14-48" fmla="*/ 33275 h 1825286"/>
              <a:gd name="csX15-49" fmla="*/ 1307728 w 5062998"/>
              <a:gd name="csY15-50" fmla="*/ 33275 h 1825286"/>
              <a:gd name="csX16-51" fmla="*/ 829904 w 5062998"/>
              <a:gd name="csY16-52" fmla="*/ 33275 h 1825286"/>
              <a:gd name="csX17-53" fmla="*/ 0 w 5062998"/>
              <a:gd name="csY17-54" fmla="*/ 33275 h 1825286"/>
              <a:gd name="csX0-55" fmla="*/ 0 w 5062998"/>
              <a:gd name="csY0-56" fmla="*/ 33275 h 1825286"/>
              <a:gd name="csX1-57" fmla="*/ 33275 w 5062998"/>
              <a:gd name="csY1-58" fmla="*/ 0 h 1825286"/>
              <a:gd name="csX2-59" fmla="*/ 611693 w 5062998"/>
              <a:gd name="csY2-60" fmla="*/ 0 h 1825286"/>
              <a:gd name="csX3-61" fmla="*/ 1290706 w 5062998"/>
              <a:gd name="csY3-62" fmla="*/ 0 h 1825286"/>
              <a:gd name="csX4-63" fmla="*/ 1969718 w 5062998"/>
              <a:gd name="csY4-64" fmla="*/ 0 h 1825286"/>
              <a:gd name="csX5-65" fmla="*/ 2598434 w 5062998"/>
              <a:gd name="csY5-66" fmla="*/ 0 h 1825286"/>
              <a:gd name="csX6-67" fmla="*/ 3176852 w 5062998"/>
              <a:gd name="csY6-68" fmla="*/ 0 h 1825286"/>
              <a:gd name="csX7-69" fmla="*/ 3805567 w 5062998"/>
              <a:gd name="csY7-70" fmla="*/ 0 h 1825286"/>
              <a:gd name="csX8-71" fmla="*/ 4434283 w 5062998"/>
              <a:gd name="csY8-72" fmla="*/ 0 h 1825286"/>
              <a:gd name="csX9-73" fmla="*/ 5062998 w 5062998"/>
              <a:gd name="csY9-74" fmla="*/ 0 h 1825286"/>
              <a:gd name="csX10-75" fmla="*/ 5062998 w 5062998"/>
              <a:gd name="csY10-76" fmla="*/ 543577 h 1825286"/>
              <a:gd name="csX11-77" fmla="*/ 5062998 w 5062998"/>
              <a:gd name="csY11-78" fmla="*/ 1140914 h 1825286"/>
              <a:gd name="csX12-79" fmla="*/ 5062998 w 5062998"/>
              <a:gd name="csY12-80" fmla="*/ 1792011 h 1825286"/>
              <a:gd name="csX13-81" fmla="*/ 5029723 w 5062998"/>
              <a:gd name="csY13-82" fmla="*/ 1825286 h 1825286"/>
              <a:gd name="csX14-83" fmla="*/ 4401008 w 5062998"/>
              <a:gd name="csY14-84" fmla="*/ 1825286 h 1825286"/>
              <a:gd name="csX15-85" fmla="*/ 3923184 w 5062998"/>
              <a:gd name="csY15-86" fmla="*/ 1825286 h 1825286"/>
              <a:gd name="csX16-87" fmla="*/ 3344766 w 5062998"/>
              <a:gd name="csY16-88" fmla="*/ 1825286 h 1825286"/>
              <a:gd name="csX17-89" fmla="*/ 2615456 w 5062998"/>
              <a:gd name="csY17-90" fmla="*/ 1825286 h 1825286"/>
              <a:gd name="csX18-91" fmla="*/ 1886146 w 5062998"/>
              <a:gd name="csY18-92" fmla="*/ 1825286 h 1825286"/>
              <a:gd name="csX19-93" fmla="*/ 1307728 w 5062998"/>
              <a:gd name="csY19-94" fmla="*/ 1825286 h 1825286"/>
              <a:gd name="csX20-95" fmla="*/ 729310 w 5062998"/>
              <a:gd name="csY20-96" fmla="*/ 1825286 h 1825286"/>
              <a:gd name="csX21-97" fmla="*/ 0 w 5062998"/>
              <a:gd name="csY21-98" fmla="*/ 1825286 h 1825286"/>
              <a:gd name="csX22-99" fmla="*/ 0 w 5062998"/>
              <a:gd name="csY22-100" fmla="*/ 1281709 h 1825286"/>
              <a:gd name="csX23" fmla="*/ 0 w 5062998"/>
              <a:gd name="csY23" fmla="*/ 648532 h 1825286"/>
              <a:gd name="csX24" fmla="*/ 0 w 5062998"/>
              <a:gd name="csY24" fmla="*/ 33275 h 1825286"/>
              <a:gd name="csX25" fmla="*/ 0 w 5062998"/>
              <a:gd name="csY25" fmla="*/ 33275 h 1825286"/>
              <a:gd name="csX26" fmla="*/ 628715 w 5062998"/>
              <a:gd name="csY26" fmla="*/ 33275 h 1825286"/>
              <a:gd name="csX27" fmla="*/ 1207134 w 5062998"/>
              <a:gd name="csY27" fmla="*/ 33275 h 1825286"/>
              <a:gd name="csX28" fmla="*/ 1886146 w 5062998"/>
              <a:gd name="csY28" fmla="*/ 33275 h 1825286"/>
              <a:gd name="csX29" fmla="*/ 2514862 w 5062998"/>
              <a:gd name="csY29" fmla="*/ 33275 h 1825286"/>
              <a:gd name="csX30" fmla="*/ 3042982 w 5062998"/>
              <a:gd name="csY30" fmla="*/ 33275 h 1825286"/>
              <a:gd name="csX31" fmla="*/ 3671698 w 5062998"/>
              <a:gd name="csY31" fmla="*/ 33275 h 1825286"/>
              <a:gd name="csX32" fmla="*/ 4250116 w 5062998"/>
              <a:gd name="csY32" fmla="*/ 33275 h 1825286"/>
              <a:gd name="csX33" fmla="*/ 5029723 w 5062998"/>
              <a:gd name="csY33" fmla="*/ 33275 h 1825286"/>
              <a:gd name="csX34" fmla="*/ 5062998 w 5062998"/>
              <a:gd name="csY34" fmla="*/ 0 h 1825286"/>
              <a:gd name="csX35" fmla="*/ 5029723 w 5062998"/>
              <a:gd name="csY35" fmla="*/ 33275 h 1825286"/>
              <a:gd name="csX36" fmla="*/ 5029723 w 5062998"/>
              <a:gd name="csY36" fmla="*/ 630612 h 1825286"/>
              <a:gd name="csX37" fmla="*/ 5029723 w 5062998"/>
              <a:gd name="csY37" fmla="*/ 1210029 h 1825286"/>
              <a:gd name="csX38" fmla="*/ 5029723 w 5062998"/>
              <a:gd name="csY38" fmla="*/ 1825286 h 1825286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37" y="csY9-38"/>
              </a:cxn>
              <a:cxn ang="0">
                <a:pos x="csX10-39" y="csY10-40"/>
              </a:cxn>
              <a:cxn ang="0">
                <a:pos x="csX11-41" y="csY11-42"/>
              </a:cxn>
              <a:cxn ang="0">
                <a:pos x="csX12-43" y="csY12-44"/>
              </a:cxn>
              <a:cxn ang="0">
                <a:pos x="csX13-45" y="csY13-46"/>
              </a:cxn>
              <a:cxn ang="0">
                <a:pos x="csX14-47" y="csY14-48"/>
              </a:cxn>
              <a:cxn ang="0">
                <a:pos x="csX15-49" y="csY15-50"/>
              </a:cxn>
              <a:cxn ang="0">
                <a:pos x="csX16-51" y="csY16-52"/>
              </a:cxn>
              <a:cxn ang="0">
                <a:pos x="csX17-53" y="csY17-54"/>
              </a:cxn>
              <a:cxn ang="0">
                <a:pos x="csX18-91" y="csY18-92"/>
              </a:cxn>
              <a:cxn ang="0">
                <a:pos x="csX19-93" y="csY19-94"/>
              </a:cxn>
              <a:cxn ang="0">
                <a:pos x="csX20-95" y="csY20-96"/>
              </a:cxn>
              <a:cxn ang="0">
                <a:pos x="csX21-97" y="csY21-98"/>
              </a:cxn>
              <a:cxn ang="0">
                <a:pos x="csX22-99" y="csY22-100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5062998" h="1825286" stroke="0" extrusionOk="0">
                <a:moveTo>
                  <a:pt x="0" y="33275"/>
                </a:moveTo>
                <a:cubicBezTo>
                  <a:pt x="282828" y="14016"/>
                  <a:pt x="539764" y="45197"/>
                  <a:pt x="729310" y="33275"/>
                </a:cubicBezTo>
                <a:cubicBezTo>
                  <a:pt x="918856" y="21354"/>
                  <a:pt x="1022328" y="25785"/>
                  <a:pt x="1257431" y="33275"/>
                </a:cubicBezTo>
                <a:cubicBezTo>
                  <a:pt x="1492534" y="40765"/>
                  <a:pt x="1660312" y="7105"/>
                  <a:pt x="1886146" y="33275"/>
                </a:cubicBezTo>
                <a:cubicBezTo>
                  <a:pt x="2111980" y="59445"/>
                  <a:pt x="2268738" y="43545"/>
                  <a:pt x="2514862" y="33275"/>
                </a:cubicBezTo>
                <a:cubicBezTo>
                  <a:pt x="2760986" y="23005"/>
                  <a:pt x="2768011" y="20385"/>
                  <a:pt x="2992685" y="33275"/>
                </a:cubicBezTo>
                <a:cubicBezTo>
                  <a:pt x="3217359" y="46165"/>
                  <a:pt x="3395760" y="40747"/>
                  <a:pt x="3621401" y="33275"/>
                </a:cubicBezTo>
                <a:cubicBezTo>
                  <a:pt x="3847042" y="25803"/>
                  <a:pt x="4042877" y="4963"/>
                  <a:pt x="4199819" y="33275"/>
                </a:cubicBezTo>
                <a:cubicBezTo>
                  <a:pt x="4356761" y="61587"/>
                  <a:pt x="4722158" y="18377"/>
                  <a:pt x="5029723" y="33275"/>
                </a:cubicBezTo>
                <a:cubicBezTo>
                  <a:pt x="5054557" y="160028"/>
                  <a:pt x="5026810" y="463521"/>
                  <a:pt x="5029723" y="666452"/>
                </a:cubicBezTo>
                <a:cubicBezTo>
                  <a:pt x="5032636" y="869383"/>
                  <a:pt x="5001619" y="1103561"/>
                  <a:pt x="5029723" y="1263789"/>
                </a:cubicBezTo>
                <a:cubicBezTo>
                  <a:pt x="5057827" y="1424017"/>
                  <a:pt x="5013679" y="1582774"/>
                  <a:pt x="5029723" y="1825286"/>
                </a:cubicBezTo>
                <a:cubicBezTo>
                  <a:pt x="4846249" y="1820858"/>
                  <a:pt x="4582256" y="1832222"/>
                  <a:pt x="4451305" y="1825286"/>
                </a:cubicBezTo>
                <a:cubicBezTo>
                  <a:pt x="4320354" y="1818350"/>
                  <a:pt x="4102317" y="1842639"/>
                  <a:pt x="3923184" y="1825286"/>
                </a:cubicBezTo>
                <a:cubicBezTo>
                  <a:pt x="3744051" y="1807933"/>
                  <a:pt x="3459396" y="1795691"/>
                  <a:pt x="3244171" y="1825286"/>
                </a:cubicBezTo>
                <a:cubicBezTo>
                  <a:pt x="3028946" y="1854881"/>
                  <a:pt x="2944710" y="1813142"/>
                  <a:pt x="2716050" y="1825286"/>
                </a:cubicBezTo>
                <a:cubicBezTo>
                  <a:pt x="2487390" y="1837430"/>
                  <a:pt x="2383555" y="1841720"/>
                  <a:pt x="2087335" y="1825286"/>
                </a:cubicBezTo>
                <a:cubicBezTo>
                  <a:pt x="1791115" y="1808852"/>
                  <a:pt x="1652988" y="1844246"/>
                  <a:pt x="1358025" y="1825286"/>
                </a:cubicBezTo>
                <a:cubicBezTo>
                  <a:pt x="1063062" y="1806327"/>
                  <a:pt x="1069002" y="1806688"/>
                  <a:pt x="880202" y="1825286"/>
                </a:cubicBezTo>
                <a:cubicBezTo>
                  <a:pt x="691402" y="1843884"/>
                  <a:pt x="308235" y="1865271"/>
                  <a:pt x="0" y="1825286"/>
                </a:cubicBezTo>
                <a:cubicBezTo>
                  <a:pt x="6429" y="1566065"/>
                  <a:pt x="-10752" y="1448056"/>
                  <a:pt x="0" y="1192109"/>
                </a:cubicBezTo>
                <a:cubicBezTo>
                  <a:pt x="10752" y="936162"/>
                  <a:pt x="10424" y="838558"/>
                  <a:pt x="0" y="648532"/>
                </a:cubicBezTo>
                <a:cubicBezTo>
                  <a:pt x="-10424" y="458506"/>
                  <a:pt x="30172" y="181476"/>
                  <a:pt x="0" y="33275"/>
                </a:cubicBezTo>
                <a:close/>
              </a:path>
              <a:path w="5062998" h="1825286" fill="darkenLess" stroke="0" extrusionOk="0">
                <a:moveTo>
                  <a:pt x="5029723" y="33275"/>
                </a:moveTo>
                <a:cubicBezTo>
                  <a:pt x="5036593" y="24561"/>
                  <a:pt x="5055424" y="5848"/>
                  <a:pt x="5062998" y="0"/>
                </a:cubicBezTo>
                <a:cubicBezTo>
                  <a:pt x="5090124" y="251130"/>
                  <a:pt x="5056792" y="471054"/>
                  <a:pt x="5062998" y="615257"/>
                </a:cubicBezTo>
                <a:cubicBezTo>
                  <a:pt x="5069204" y="759460"/>
                  <a:pt x="5044799" y="917563"/>
                  <a:pt x="5062998" y="1176754"/>
                </a:cubicBezTo>
                <a:cubicBezTo>
                  <a:pt x="5081197" y="1435945"/>
                  <a:pt x="5043291" y="1629594"/>
                  <a:pt x="5062998" y="1792011"/>
                </a:cubicBezTo>
                <a:cubicBezTo>
                  <a:pt x="5054454" y="1801936"/>
                  <a:pt x="5042995" y="1812521"/>
                  <a:pt x="5029723" y="1825286"/>
                </a:cubicBezTo>
                <a:cubicBezTo>
                  <a:pt x="5058358" y="1549209"/>
                  <a:pt x="5044373" y="1465089"/>
                  <a:pt x="5029723" y="1245869"/>
                </a:cubicBezTo>
                <a:cubicBezTo>
                  <a:pt x="5015073" y="1026649"/>
                  <a:pt x="5000536" y="868842"/>
                  <a:pt x="5029723" y="648532"/>
                </a:cubicBezTo>
                <a:cubicBezTo>
                  <a:pt x="5058910" y="428222"/>
                  <a:pt x="5037412" y="280528"/>
                  <a:pt x="5029723" y="33275"/>
                </a:cubicBezTo>
                <a:close/>
              </a:path>
              <a:path w="5062998" h="1825286" fill="lightenLess" stroke="0" extrusionOk="0">
                <a:moveTo>
                  <a:pt x="0" y="33275"/>
                </a:moveTo>
                <a:cubicBezTo>
                  <a:pt x="8515" y="23302"/>
                  <a:pt x="22123" y="8749"/>
                  <a:pt x="33275" y="0"/>
                </a:cubicBezTo>
                <a:cubicBezTo>
                  <a:pt x="277249" y="35830"/>
                  <a:pt x="548800" y="-20534"/>
                  <a:pt x="762585" y="0"/>
                </a:cubicBezTo>
                <a:cubicBezTo>
                  <a:pt x="976370" y="20534"/>
                  <a:pt x="1177684" y="18330"/>
                  <a:pt x="1391300" y="0"/>
                </a:cubicBezTo>
                <a:cubicBezTo>
                  <a:pt x="1604916" y="-18330"/>
                  <a:pt x="1942064" y="8846"/>
                  <a:pt x="2120610" y="0"/>
                </a:cubicBezTo>
                <a:cubicBezTo>
                  <a:pt x="2299156" y="-8846"/>
                  <a:pt x="2444450" y="-5462"/>
                  <a:pt x="2749325" y="0"/>
                </a:cubicBezTo>
                <a:cubicBezTo>
                  <a:pt x="3054201" y="5462"/>
                  <a:pt x="3118629" y="-5154"/>
                  <a:pt x="3378041" y="0"/>
                </a:cubicBezTo>
                <a:cubicBezTo>
                  <a:pt x="3637453" y="5154"/>
                  <a:pt x="3787075" y="3743"/>
                  <a:pt x="4057053" y="0"/>
                </a:cubicBezTo>
                <a:cubicBezTo>
                  <a:pt x="4327031" y="-3743"/>
                  <a:pt x="4848758" y="-14509"/>
                  <a:pt x="5062998" y="0"/>
                </a:cubicBezTo>
                <a:cubicBezTo>
                  <a:pt x="5048779" y="17048"/>
                  <a:pt x="5044869" y="17637"/>
                  <a:pt x="5029723" y="33275"/>
                </a:cubicBezTo>
                <a:cubicBezTo>
                  <a:pt x="4798750" y="24331"/>
                  <a:pt x="4706939" y="19584"/>
                  <a:pt x="4451305" y="33275"/>
                </a:cubicBezTo>
                <a:cubicBezTo>
                  <a:pt x="4195671" y="46966"/>
                  <a:pt x="3972944" y="51944"/>
                  <a:pt x="3772292" y="33275"/>
                </a:cubicBezTo>
                <a:cubicBezTo>
                  <a:pt x="3571640" y="14606"/>
                  <a:pt x="3260897" y="33942"/>
                  <a:pt x="3093280" y="33275"/>
                </a:cubicBezTo>
                <a:cubicBezTo>
                  <a:pt x="2925663" y="32608"/>
                  <a:pt x="2745359" y="51352"/>
                  <a:pt x="2464564" y="33275"/>
                </a:cubicBezTo>
                <a:cubicBezTo>
                  <a:pt x="2183769" y="15198"/>
                  <a:pt x="1925009" y="37291"/>
                  <a:pt x="1785552" y="33275"/>
                </a:cubicBezTo>
                <a:cubicBezTo>
                  <a:pt x="1646095" y="29259"/>
                  <a:pt x="1458165" y="40321"/>
                  <a:pt x="1307728" y="33275"/>
                </a:cubicBezTo>
                <a:cubicBezTo>
                  <a:pt x="1157291" y="26229"/>
                  <a:pt x="958070" y="35137"/>
                  <a:pt x="829904" y="33275"/>
                </a:cubicBezTo>
                <a:cubicBezTo>
                  <a:pt x="701738" y="31413"/>
                  <a:pt x="171225" y="42236"/>
                  <a:pt x="0" y="33275"/>
                </a:cubicBezTo>
                <a:close/>
              </a:path>
              <a:path w="5062998" h="1825286" fill="none" extrusionOk="0">
                <a:moveTo>
                  <a:pt x="0" y="33275"/>
                </a:moveTo>
                <a:cubicBezTo>
                  <a:pt x="6261" y="25860"/>
                  <a:pt x="19692" y="14455"/>
                  <a:pt x="33275" y="0"/>
                </a:cubicBezTo>
                <a:cubicBezTo>
                  <a:pt x="188220" y="-11698"/>
                  <a:pt x="345237" y="22993"/>
                  <a:pt x="611693" y="0"/>
                </a:cubicBezTo>
                <a:cubicBezTo>
                  <a:pt x="878149" y="-22993"/>
                  <a:pt x="975886" y="21946"/>
                  <a:pt x="1290706" y="0"/>
                </a:cubicBezTo>
                <a:cubicBezTo>
                  <a:pt x="1605526" y="-21946"/>
                  <a:pt x="1761625" y="-243"/>
                  <a:pt x="1969718" y="0"/>
                </a:cubicBezTo>
                <a:cubicBezTo>
                  <a:pt x="2177811" y="243"/>
                  <a:pt x="2326517" y="-13853"/>
                  <a:pt x="2598434" y="0"/>
                </a:cubicBezTo>
                <a:cubicBezTo>
                  <a:pt x="2870351" y="13853"/>
                  <a:pt x="2910117" y="9731"/>
                  <a:pt x="3176852" y="0"/>
                </a:cubicBezTo>
                <a:cubicBezTo>
                  <a:pt x="3443587" y="-9731"/>
                  <a:pt x="3508579" y="21430"/>
                  <a:pt x="3805567" y="0"/>
                </a:cubicBezTo>
                <a:cubicBezTo>
                  <a:pt x="4102555" y="-21430"/>
                  <a:pt x="4288110" y="-25524"/>
                  <a:pt x="4434283" y="0"/>
                </a:cubicBezTo>
                <a:cubicBezTo>
                  <a:pt x="4580456" y="25524"/>
                  <a:pt x="4871697" y="29326"/>
                  <a:pt x="5062998" y="0"/>
                </a:cubicBezTo>
                <a:cubicBezTo>
                  <a:pt x="5045364" y="168243"/>
                  <a:pt x="5048093" y="322860"/>
                  <a:pt x="5062998" y="543577"/>
                </a:cubicBezTo>
                <a:cubicBezTo>
                  <a:pt x="5077903" y="764294"/>
                  <a:pt x="5079577" y="933121"/>
                  <a:pt x="5062998" y="1140914"/>
                </a:cubicBezTo>
                <a:cubicBezTo>
                  <a:pt x="5046419" y="1348707"/>
                  <a:pt x="5047901" y="1477958"/>
                  <a:pt x="5062998" y="1792011"/>
                </a:cubicBezTo>
                <a:cubicBezTo>
                  <a:pt x="5055558" y="1799856"/>
                  <a:pt x="5042866" y="1813172"/>
                  <a:pt x="5029723" y="1825286"/>
                </a:cubicBezTo>
                <a:cubicBezTo>
                  <a:pt x="4824108" y="1838517"/>
                  <a:pt x="4563242" y="1854619"/>
                  <a:pt x="4401008" y="1825286"/>
                </a:cubicBezTo>
                <a:cubicBezTo>
                  <a:pt x="4238774" y="1795953"/>
                  <a:pt x="4140831" y="1848360"/>
                  <a:pt x="3923184" y="1825286"/>
                </a:cubicBezTo>
                <a:cubicBezTo>
                  <a:pt x="3705537" y="1802212"/>
                  <a:pt x="3630186" y="1842566"/>
                  <a:pt x="3344766" y="1825286"/>
                </a:cubicBezTo>
                <a:cubicBezTo>
                  <a:pt x="3059346" y="1808006"/>
                  <a:pt x="2961297" y="1792160"/>
                  <a:pt x="2615456" y="1825286"/>
                </a:cubicBezTo>
                <a:cubicBezTo>
                  <a:pt x="2269615" y="1858413"/>
                  <a:pt x="2128489" y="1844377"/>
                  <a:pt x="1886146" y="1825286"/>
                </a:cubicBezTo>
                <a:cubicBezTo>
                  <a:pt x="1643803" y="1806196"/>
                  <a:pt x="1592558" y="1815045"/>
                  <a:pt x="1307728" y="1825286"/>
                </a:cubicBezTo>
                <a:cubicBezTo>
                  <a:pt x="1022898" y="1835527"/>
                  <a:pt x="965211" y="1810462"/>
                  <a:pt x="729310" y="1825286"/>
                </a:cubicBezTo>
                <a:cubicBezTo>
                  <a:pt x="493409" y="1840110"/>
                  <a:pt x="223258" y="1849180"/>
                  <a:pt x="0" y="1825286"/>
                </a:cubicBezTo>
                <a:cubicBezTo>
                  <a:pt x="-19852" y="1675678"/>
                  <a:pt x="4727" y="1526097"/>
                  <a:pt x="0" y="1281709"/>
                </a:cubicBezTo>
                <a:cubicBezTo>
                  <a:pt x="-4727" y="1037321"/>
                  <a:pt x="19447" y="787767"/>
                  <a:pt x="0" y="648532"/>
                </a:cubicBezTo>
                <a:cubicBezTo>
                  <a:pt x="-19447" y="509297"/>
                  <a:pt x="13412" y="211376"/>
                  <a:pt x="0" y="33275"/>
                </a:cubicBezTo>
                <a:close/>
                <a:moveTo>
                  <a:pt x="0" y="33275"/>
                </a:moveTo>
                <a:cubicBezTo>
                  <a:pt x="210043" y="28756"/>
                  <a:pt x="471765" y="8348"/>
                  <a:pt x="628715" y="33275"/>
                </a:cubicBezTo>
                <a:cubicBezTo>
                  <a:pt x="785665" y="58202"/>
                  <a:pt x="1063385" y="38298"/>
                  <a:pt x="1207134" y="33275"/>
                </a:cubicBezTo>
                <a:cubicBezTo>
                  <a:pt x="1350883" y="28252"/>
                  <a:pt x="1671317" y="4374"/>
                  <a:pt x="1886146" y="33275"/>
                </a:cubicBezTo>
                <a:cubicBezTo>
                  <a:pt x="2100975" y="62176"/>
                  <a:pt x="2382465" y="8710"/>
                  <a:pt x="2514862" y="33275"/>
                </a:cubicBezTo>
                <a:cubicBezTo>
                  <a:pt x="2647259" y="57840"/>
                  <a:pt x="2841365" y="43925"/>
                  <a:pt x="3042982" y="33275"/>
                </a:cubicBezTo>
                <a:cubicBezTo>
                  <a:pt x="3244599" y="22625"/>
                  <a:pt x="3466752" y="24500"/>
                  <a:pt x="3671698" y="33275"/>
                </a:cubicBezTo>
                <a:cubicBezTo>
                  <a:pt x="3876644" y="42050"/>
                  <a:pt x="4044599" y="20728"/>
                  <a:pt x="4250116" y="33275"/>
                </a:cubicBezTo>
                <a:cubicBezTo>
                  <a:pt x="4455633" y="45822"/>
                  <a:pt x="4717099" y="70877"/>
                  <a:pt x="5029723" y="33275"/>
                </a:cubicBezTo>
                <a:cubicBezTo>
                  <a:pt x="5035207" y="24748"/>
                  <a:pt x="5053035" y="11139"/>
                  <a:pt x="5062998" y="0"/>
                </a:cubicBezTo>
                <a:moveTo>
                  <a:pt x="5029723" y="33275"/>
                </a:moveTo>
                <a:cubicBezTo>
                  <a:pt x="5012624" y="318753"/>
                  <a:pt x="5033421" y="364170"/>
                  <a:pt x="5029723" y="630612"/>
                </a:cubicBezTo>
                <a:cubicBezTo>
                  <a:pt x="5026025" y="897054"/>
                  <a:pt x="5052638" y="930070"/>
                  <a:pt x="5029723" y="1210029"/>
                </a:cubicBezTo>
                <a:cubicBezTo>
                  <a:pt x="5006808" y="1489988"/>
                  <a:pt x="5054885" y="1570740"/>
                  <a:pt x="5029723" y="1825286"/>
                </a:cubicBezTo>
              </a:path>
              <a:path w="5062998" h="1825286" fill="none" stroke="0" extrusionOk="0">
                <a:moveTo>
                  <a:pt x="0" y="33275"/>
                </a:moveTo>
                <a:cubicBezTo>
                  <a:pt x="12198" y="22718"/>
                  <a:pt x="23692" y="6661"/>
                  <a:pt x="33275" y="0"/>
                </a:cubicBezTo>
                <a:cubicBezTo>
                  <a:pt x="132215" y="3345"/>
                  <a:pt x="283148" y="16894"/>
                  <a:pt x="511099" y="0"/>
                </a:cubicBezTo>
                <a:cubicBezTo>
                  <a:pt x="739050" y="-16894"/>
                  <a:pt x="910614" y="31182"/>
                  <a:pt x="1240409" y="0"/>
                </a:cubicBezTo>
                <a:cubicBezTo>
                  <a:pt x="1570204" y="-31182"/>
                  <a:pt x="1580634" y="-204"/>
                  <a:pt x="1768529" y="0"/>
                </a:cubicBezTo>
                <a:cubicBezTo>
                  <a:pt x="1956424" y="204"/>
                  <a:pt x="2108112" y="-11293"/>
                  <a:pt x="2346948" y="0"/>
                </a:cubicBezTo>
                <a:cubicBezTo>
                  <a:pt x="2585784" y="11293"/>
                  <a:pt x="2710770" y="10942"/>
                  <a:pt x="2824771" y="0"/>
                </a:cubicBezTo>
                <a:cubicBezTo>
                  <a:pt x="2938772" y="-10942"/>
                  <a:pt x="3211005" y="-34009"/>
                  <a:pt x="3554081" y="0"/>
                </a:cubicBezTo>
                <a:cubicBezTo>
                  <a:pt x="3897157" y="34009"/>
                  <a:pt x="3906329" y="1442"/>
                  <a:pt x="4233094" y="0"/>
                </a:cubicBezTo>
                <a:cubicBezTo>
                  <a:pt x="4559859" y="-1442"/>
                  <a:pt x="4709402" y="-12096"/>
                  <a:pt x="5062998" y="0"/>
                </a:cubicBezTo>
                <a:cubicBezTo>
                  <a:pt x="5084239" y="227408"/>
                  <a:pt x="5059244" y="415017"/>
                  <a:pt x="5062998" y="597337"/>
                </a:cubicBezTo>
                <a:cubicBezTo>
                  <a:pt x="5066752" y="779657"/>
                  <a:pt x="5070614" y="903439"/>
                  <a:pt x="5062998" y="1140914"/>
                </a:cubicBezTo>
                <a:cubicBezTo>
                  <a:pt x="5055382" y="1378389"/>
                  <a:pt x="5082396" y="1517836"/>
                  <a:pt x="5062998" y="1792011"/>
                </a:cubicBezTo>
                <a:cubicBezTo>
                  <a:pt x="5056331" y="1801340"/>
                  <a:pt x="5041176" y="1814946"/>
                  <a:pt x="5029723" y="1825286"/>
                </a:cubicBezTo>
                <a:cubicBezTo>
                  <a:pt x="4883208" y="1838794"/>
                  <a:pt x="4602473" y="1837127"/>
                  <a:pt x="4300413" y="1825286"/>
                </a:cubicBezTo>
                <a:cubicBezTo>
                  <a:pt x="3998353" y="1813446"/>
                  <a:pt x="3798461" y="1803491"/>
                  <a:pt x="3571103" y="1825286"/>
                </a:cubicBezTo>
                <a:cubicBezTo>
                  <a:pt x="3343745" y="1847082"/>
                  <a:pt x="3197443" y="1818887"/>
                  <a:pt x="2942388" y="1825286"/>
                </a:cubicBezTo>
                <a:cubicBezTo>
                  <a:pt x="2687333" y="1831685"/>
                  <a:pt x="2539950" y="1798132"/>
                  <a:pt x="2213078" y="1825286"/>
                </a:cubicBezTo>
                <a:cubicBezTo>
                  <a:pt x="1886206" y="1852441"/>
                  <a:pt x="1630974" y="1810132"/>
                  <a:pt x="1483768" y="1825286"/>
                </a:cubicBezTo>
                <a:cubicBezTo>
                  <a:pt x="1336562" y="1840441"/>
                  <a:pt x="1112096" y="1805442"/>
                  <a:pt x="905350" y="1825286"/>
                </a:cubicBezTo>
                <a:cubicBezTo>
                  <a:pt x="698604" y="1845130"/>
                  <a:pt x="328781" y="1806781"/>
                  <a:pt x="0" y="1825286"/>
                </a:cubicBezTo>
                <a:cubicBezTo>
                  <a:pt x="286" y="1621213"/>
                  <a:pt x="-3891" y="1346062"/>
                  <a:pt x="0" y="1210029"/>
                </a:cubicBezTo>
                <a:cubicBezTo>
                  <a:pt x="3891" y="1073996"/>
                  <a:pt x="-11298" y="764654"/>
                  <a:pt x="0" y="630612"/>
                </a:cubicBezTo>
                <a:cubicBezTo>
                  <a:pt x="11298" y="496570"/>
                  <a:pt x="-15509" y="274201"/>
                  <a:pt x="0" y="33275"/>
                </a:cubicBezTo>
                <a:close/>
                <a:moveTo>
                  <a:pt x="0" y="33275"/>
                </a:moveTo>
                <a:cubicBezTo>
                  <a:pt x="199717" y="24541"/>
                  <a:pt x="486103" y="63790"/>
                  <a:pt x="679013" y="33275"/>
                </a:cubicBezTo>
                <a:cubicBezTo>
                  <a:pt x="871923" y="2760"/>
                  <a:pt x="1048749" y="63306"/>
                  <a:pt x="1358025" y="33275"/>
                </a:cubicBezTo>
                <a:cubicBezTo>
                  <a:pt x="1667301" y="3244"/>
                  <a:pt x="1879694" y="37458"/>
                  <a:pt x="2037038" y="33275"/>
                </a:cubicBezTo>
                <a:cubicBezTo>
                  <a:pt x="2194382" y="29092"/>
                  <a:pt x="2429092" y="14015"/>
                  <a:pt x="2565159" y="33275"/>
                </a:cubicBezTo>
                <a:cubicBezTo>
                  <a:pt x="2701226" y="52535"/>
                  <a:pt x="2894243" y="33698"/>
                  <a:pt x="3042982" y="33275"/>
                </a:cubicBezTo>
                <a:cubicBezTo>
                  <a:pt x="3191721" y="32852"/>
                  <a:pt x="3355234" y="47154"/>
                  <a:pt x="3520806" y="33275"/>
                </a:cubicBezTo>
                <a:cubicBezTo>
                  <a:pt x="3686378" y="19396"/>
                  <a:pt x="3989856" y="43129"/>
                  <a:pt x="4199819" y="33275"/>
                </a:cubicBezTo>
                <a:cubicBezTo>
                  <a:pt x="4409782" y="23421"/>
                  <a:pt x="4803390" y="-6551"/>
                  <a:pt x="5029723" y="33275"/>
                </a:cubicBezTo>
                <a:cubicBezTo>
                  <a:pt x="5040055" y="20825"/>
                  <a:pt x="5052510" y="10394"/>
                  <a:pt x="5062998" y="0"/>
                </a:cubicBezTo>
                <a:moveTo>
                  <a:pt x="5029723" y="33275"/>
                </a:moveTo>
                <a:cubicBezTo>
                  <a:pt x="5014063" y="169310"/>
                  <a:pt x="5007772" y="483567"/>
                  <a:pt x="5029723" y="666452"/>
                </a:cubicBezTo>
                <a:cubicBezTo>
                  <a:pt x="5051674" y="849337"/>
                  <a:pt x="5036391" y="1099095"/>
                  <a:pt x="5029723" y="1281709"/>
                </a:cubicBezTo>
                <a:cubicBezTo>
                  <a:pt x="5023055" y="1464323"/>
                  <a:pt x="5014819" y="1595489"/>
                  <a:pt x="5029723" y="1825286"/>
                </a:cubicBezTo>
              </a:path>
            </a:pathLst>
          </a:custGeom>
          <a:solidFill>
            <a:srgbClr val="EBF6FF"/>
          </a:solidFill>
          <a:ln w="28575">
            <a:solidFill>
              <a:srgbClr val="78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8" name="文本框 787"/>
          <p:cNvSpPr txBox="1"/>
          <p:nvPr/>
        </p:nvSpPr>
        <p:spPr>
          <a:xfrm>
            <a:off x="4523398" y="1902726"/>
            <a:ext cx="2977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(A2) Textual Pathway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0" name="箭头: 右 789"/>
          <p:cNvSpPr/>
          <p:nvPr/>
        </p:nvSpPr>
        <p:spPr>
          <a:xfrm rot="5400000">
            <a:off x="8090558" y="3432676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1" name="文本框 790"/>
              <p:cNvSpPr txBox="1"/>
              <p:nvPr/>
            </p:nvSpPr>
            <p:spPr>
              <a:xfrm>
                <a:off x="2137342" y="2008915"/>
                <a:ext cx="732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𝓂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ℐ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91" name="文本框 7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342" y="2008915"/>
                <a:ext cx="732657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77" t="-111" r="59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2" name="文本框 721"/>
              <p:cNvSpPr txBox="1"/>
              <p:nvPr/>
            </p:nvSpPr>
            <p:spPr>
              <a:xfrm>
                <a:off x="6756122" y="1938388"/>
                <a:ext cx="7682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𝓂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𝒯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22" name="文本框 7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22" y="1938388"/>
                <a:ext cx="768229" cy="400110"/>
              </a:xfrm>
              <a:prstGeom prst="rect">
                <a:avLst/>
              </a:prstGeom>
              <a:blipFill rotWithShape="1">
                <a:blip r:embed="rId16"/>
                <a:stretch>
                  <a:fillRect l="-46" t="-92" r="31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7" name="组合 796"/>
          <p:cNvGrpSpPr/>
          <p:nvPr/>
        </p:nvGrpSpPr>
        <p:grpSpPr>
          <a:xfrm>
            <a:off x="3724950" y="2361358"/>
            <a:ext cx="464662" cy="477525"/>
            <a:chOff x="-759632" y="3864608"/>
            <a:chExt cx="822320" cy="874135"/>
          </a:xfrm>
        </p:grpSpPr>
        <p:pic>
          <p:nvPicPr>
            <p:cNvPr id="798" name="图片 797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799" name="图片 798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00" name="图片 79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7" name="文本框 806"/>
              <p:cNvSpPr txBox="1"/>
              <p:nvPr/>
            </p:nvSpPr>
            <p:spPr>
              <a:xfrm>
                <a:off x="3665400" y="3210010"/>
                <a:ext cx="4787365" cy="415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𝒶𝓁𝒾ℊ𝓃</m:t>
                          </m:r>
                        </m:sub>
                      </m:sSub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𝒿</m:t>
                              </m:r>
                            </m:sub>
                          </m:s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𝓅ℴ𝓈</m:t>
                              </m:r>
                            </m:sub>
                          </m:s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  <m:t>𝓃ℯℊ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07" name="文本框 8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400" y="3210010"/>
                <a:ext cx="4787365" cy="415178"/>
              </a:xfrm>
              <a:prstGeom prst="rect">
                <a:avLst/>
              </a:prstGeom>
              <a:blipFill rotWithShape="1">
                <a:blip r:embed="rId18"/>
                <a:stretch>
                  <a:fillRect l="-4" t="-20" r="6" b="1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3" name="箭头: 右 812"/>
          <p:cNvSpPr/>
          <p:nvPr/>
        </p:nvSpPr>
        <p:spPr>
          <a:xfrm>
            <a:off x="3197736" y="5941928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箭头: 右 813"/>
          <p:cNvSpPr/>
          <p:nvPr/>
        </p:nvSpPr>
        <p:spPr>
          <a:xfrm rot="5400000">
            <a:off x="8110622" y="3432930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箭头: 燕尾形 815"/>
          <p:cNvSpPr/>
          <p:nvPr/>
        </p:nvSpPr>
        <p:spPr>
          <a:xfrm>
            <a:off x="5637850" y="2653783"/>
            <a:ext cx="710817" cy="278888"/>
          </a:xfrm>
          <a:custGeom>
            <a:avLst/>
            <a:gdLst>
              <a:gd name="csX0" fmla="*/ 0 w 710817"/>
              <a:gd name="csY0" fmla="*/ 77343 h 278888"/>
              <a:gd name="csX1" fmla="*/ 434213 w 710817"/>
              <a:gd name="csY1" fmla="*/ 77343 h 278888"/>
              <a:gd name="csX2" fmla="*/ 434213 w 710817"/>
              <a:gd name="csY2" fmla="*/ 0 h 278888"/>
              <a:gd name="csX3" fmla="*/ 710817 w 710817"/>
              <a:gd name="csY3" fmla="*/ 139444 h 278888"/>
              <a:gd name="csX4" fmla="*/ 434213 w 710817"/>
              <a:gd name="csY4" fmla="*/ 278888 h 278888"/>
              <a:gd name="csX5" fmla="*/ 434213 w 710817"/>
              <a:gd name="csY5" fmla="*/ 201545 h 278888"/>
              <a:gd name="csX6" fmla="*/ 0 w 710817"/>
              <a:gd name="csY6" fmla="*/ 201545 h 278888"/>
              <a:gd name="csX7" fmla="*/ 123186 w 710817"/>
              <a:gd name="csY7" fmla="*/ 139444 h 278888"/>
              <a:gd name="csX8" fmla="*/ 0 w 710817"/>
              <a:gd name="csY8" fmla="*/ 77343 h 278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10817" h="278888" extrusionOk="0">
                <a:moveTo>
                  <a:pt x="0" y="77343"/>
                </a:moveTo>
                <a:cubicBezTo>
                  <a:pt x="133613" y="68036"/>
                  <a:pt x="334521" y="87649"/>
                  <a:pt x="434213" y="77343"/>
                </a:cubicBezTo>
                <a:cubicBezTo>
                  <a:pt x="433663" y="58005"/>
                  <a:pt x="440299" y="30923"/>
                  <a:pt x="434213" y="0"/>
                </a:cubicBezTo>
                <a:cubicBezTo>
                  <a:pt x="509851" y="3915"/>
                  <a:pt x="608577" y="124752"/>
                  <a:pt x="710817" y="139444"/>
                </a:cubicBezTo>
                <a:cubicBezTo>
                  <a:pt x="650143" y="186306"/>
                  <a:pt x="523726" y="203853"/>
                  <a:pt x="434213" y="278888"/>
                </a:cubicBezTo>
                <a:cubicBezTo>
                  <a:pt x="426198" y="257442"/>
                  <a:pt x="440296" y="218022"/>
                  <a:pt x="434213" y="201545"/>
                </a:cubicBezTo>
                <a:cubicBezTo>
                  <a:pt x="278625" y="225420"/>
                  <a:pt x="176686" y="177407"/>
                  <a:pt x="0" y="201545"/>
                </a:cubicBezTo>
                <a:cubicBezTo>
                  <a:pt x="41757" y="175207"/>
                  <a:pt x="91785" y="162593"/>
                  <a:pt x="123186" y="139444"/>
                </a:cubicBezTo>
                <a:cubicBezTo>
                  <a:pt x="93267" y="132159"/>
                  <a:pt x="34822" y="90197"/>
                  <a:pt x="0" y="77343"/>
                </a:cubicBezTo>
                <a:close/>
              </a:path>
            </a:pathLst>
          </a:custGeom>
          <a:noFill/>
          <a:ln w="25400">
            <a:solidFill>
              <a:srgbClr val="78A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7" name="文本框 816"/>
              <p:cNvSpPr txBox="1"/>
              <p:nvPr/>
            </p:nvSpPr>
            <p:spPr>
              <a:xfrm>
                <a:off x="5604267" y="2277105"/>
                <a:ext cx="649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ℯ𝓍𝓉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17" name="文本框 8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267" y="2277105"/>
                <a:ext cx="649146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60" t="-171" r="87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7" name="文本框 836"/>
          <p:cNvSpPr txBox="1"/>
          <p:nvPr/>
        </p:nvSpPr>
        <p:spPr>
          <a:xfrm>
            <a:off x="6569155" y="2847214"/>
            <a:ext cx="2051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emantic 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ntities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" name="文本框 838"/>
              <p:cNvSpPr txBox="1"/>
              <p:nvPr/>
            </p:nvSpPr>
            <p:spPr>
              <a:xfrm>
                <a:off x="8045516" y="2877692"/>
                <a:ext cx="559263" cy="395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39" name="文本框 8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16" y="2877692"/>
                <a:ext cx="559263" cy="395301"/>
              </a:xfrm>
              <a:prstGeom prst="rect">
                <a:avLst/>
              </a:prstGeom>
              <a:blipFill rotWithShape="1">
                <a:blip r:embed="rId20"/>
                <a:stretch>
                  <a:fillRect l="-12" t="-128" r="95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1" name="文本框 840"/>
              <p:cNvSpPr txBox="1"/>
              <p:nvPr/>
            </p:nvSpPr>
            <p:spPr>
              <a:xfrm>
                <a:off x="5062102" y="2854655"/>
                <a:ext cx="626257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zh-CN" alt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41" name="文本框 8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102" y="2854655"/>
                <a:ext cx="626257" cy="391646"/>
              </a:xfrm>
              <a:prstGeom prst="rect">
                <a:avLst/>
              </a:prstGeom>
              <a:blipFill rotWithShape="1">
                <a:blip r:embed="rId21"/>
                <a:stretch>
                  <a:fillRect l="-83" t="-84" r="5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2" name="组合 841"/>
          <p:cNvGrpSpPr/>
          <p:nvPr/>
        </p:nvGrpSpPr>
        <p:grpSpPr>
          <a:xfrm>
            <a:off x="4320201" y="2369533"/>
            <a:ext cx="464662" cy="477525"/>
            <a:chOff x="-759632" y="3864608"/>
            <a:chExt cx="822320" cy="874135"/>
          </a:xfrm>
        </p:grpSpPr>
        <p:pic>
          <p:nvPicPr>
            <p:cNvPr id="843" name="图片 842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844" name="图片 843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45" name="图片 84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grpSp>
        <p:nvGrpSpPr>
          <p:cNvPr id="846" name="组合 845"/>
          <p:cNvGrpSpPr/>
          <p:nvPr/>
        </p:nvGrpSpPr>
        <p:grpSpPr>
          <a:xfrm>
            <a:off x="4913235" y="2369533"/>
            <a:ext cx="464662" cy="477525"/>
            <a:chOff x="-759632" y="3864608"/>
            <a:chExt cx="822320" cy="874135"/>
          </a:xfrm>
        </p:grpSpPr>
        <p:pic>
          <p:nvPicPr>
            <p:cNvPr id="847" name="图片 846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848" name="图片 847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849" name="图片 848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sp>
        <p:nvSpPr>
          <p:cNvPr id="858" name="文本框 857"/>
          <p:cNvSpPr txBox="1"/>
          <p:nvPr/>
        </p:nvSpPr>
        <p:spPr>
          <a:xfrm>
            <a:off x="3533605" y="2824320"/>
            <a:ext cx="1707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Coherent Chunks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" name="立方体 859"/>
          <p:cNvSpPr/>
          <p:nvPr/>
        </p:nvSpPr>
        <p:spPr>
          <a:xfrm>
            <a:off x="3655863" y="429933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1" name="立方体 860"/>
          <p:cNvSpPr/>
          <p:nvPr/>
        </p:nvSpPr>
        <p:spPr>
          <a:xfrm>
            <a:off x="3899733" y="429933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2" name="立方体 861"/>
          <p:cNvSpPr/>
          <p:nvPr/>
        </p:nvSpPr>
        <p:spPr>
          <a:xfrm>
            <a:off x="4145793" y="4299336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3" name="立方体 862"/>
          <p:cNvSpPr/>
          <p:nvPr/>
        </p:nvSpPr>
        <p:spPr>
          <a:xfrm>
            <a:off x="4391853" y="4299335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7" name="立方体 886"/>
          <p:cNvSpPr/>
          <p:nvPr/>
        </p:nvSpPr>
        <p:spPr>
          <a:xfrm>
            <a:off x="7466292" y="431873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8" name="立方体 887"/>
          <p:cNvSpPr/>
          <p:nvPr/>
        </p:nvSpPr>
        <p:spPr>
          <a:xfrm>
            <a:off x="7710162" y="431873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9" name="立方体 888"/>
          <p:cNvSpPr/>
          <p:nvPr/>
        </p:nvSpPr>
        <p:spPr>
          <a:xfrm>
            <a:off x="7956222" y="4318732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0" name="立方体 889"/>
          <p:cNvSpPr/>
          <p:nvPr/>
        </p:nvSpPr>
        <p:spPr>
          <a:xfrm>
            <a:off x="8202282" y="4318731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1" name="立方体 890"/>
          <p:cNvSpPr/>
          <p:nvPr/>
        </p:nvSpPr>
        <p:spPr>
          <a:xfrm>
            <a:off x="7509329" y="641143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2" name="立方体 891"/>
          <p:cNvSpPr/>
          <p:nvPr/>
        </p:nvSpPr>
        <p:spPr>
          <a:xfrm>
            <a:off x="7753199" y="641143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3" name="立方体 892"/>
          <p:cNvSpPr/>
          <p:nvPr/>
        </p:nvSpPr>
        <p:spPr>
          <a:xfrm>
            <a:off x="7999259" y="6411433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4" name="立方体 893"/>
          <p:cNvSpPr/>
          <p:nvPr/>
        </p:nvSpPr>
        <p:spPr>
          <a:xfrm>
            <a:off x="8257843" y="6411432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5" name="立方体 894"/>
          <p:cNvSpPr/>
          <p:nvPr/>
        </p:nvSpPr>
        <p:spPr>
          <a:xfrm>
            <a:off x="3981592" y="6564452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6" name="立方体 895"/>
          <p:cNvSpPr/>
          <p:nvPr/>
        </p:nvSpPr>
        <p:spPr>
          <a:xfrm>
            <a:off x="4225462" y="6564452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7" name="立方体 896"/>
          <p:cNvSpPr/>
          <p:nvPr/>
        </p:nvSpPr>
        <p:spPr>
          <a:xfrm>
            <a:off x="4471522" y="6564451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8" name="立方体 897"/>
          <p:cNvSpPr/>
          <p:nvPr/>
        </p:nvSpPr>
        <p:spPr>
          <a:xfrm>
            <a:off x="4717582" y="6564450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9" name="立方体 898"/>
          <p:cNvSpPr/>
          <p:nvPr/>
        </p:nvSpPr>
        <p:spPr>
          <a:xfrm>
            <a:off x="6526763" y="2383929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0" name="立方体 899"/>
          <p:cNvSpPr/>
          <p:nvPr/>
        </p:nvSpPr>
        <p:spPr>
          <a:xfrm>
            <a:off x="6770633" y="2383929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1" name="立方体 900"/>
          <p:cNvSpPr/>
          <p:nvPr/>
        </p:nvSpPr>
        <p:spPr>
          <a:xfrm>
            <a:off x="7016693" y="2383928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2" name="立方体 901"/>
          <p:cNvSpPr/>
          <p:nvPr/>
        </p:nvSpPr>
        <p:spPr>
          <a:xfrm>
            <a:off x="7262753" y="2383927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3" name="立方体 902"/>
          <p:cNvSpPr/>
          <p:nvPr/>
        </p:nvSpPr>
        <p:spPr>
          <a:xfrm>
            <a:off x="7548272" y="2380465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4" name="立方体 903"/>
          <p:cNvSpPr/>
          <p:nvPr/>
        </p:nvSpPr>
        <p:spPr>
          <a:xfrm>
            <a:off x="7792142" y="2380465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立方体 904"/>
          <p:cNvSpPr/>
          <p:nvPr/>
        </p:nvSpPr>
        <p:spPr>
          <a:xfrm>
            <a:off x="8038202" y="2380464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6" name="立方体 905"/>
          <p:cNvSpPr/>
          <p:nvPr/>
        </p:nvSpPr>
        <p:spPr>
          <a:xfrm>
            <a:off x="8284262" y="2380463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7" name="立方体 906"/>
          <p:cNvSpPr/>
          <p:nvPr/>
        </p:nvSpPr>
        <p:spPr>
          <a:xfrm>
            <a:off x="6524509" y="2690086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8" name="立方体 907"/>
          <p:cNvSpPr/>
          <p:nvPr/>
        </p:nvSpPr>
        <p:spPr>
          <a:xfrm>
            <a:off x="6768379" y="2690086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9" name="立方体 908"/>
          <p:cNvSpPr/>
          <p:nvPr/>
        </p:nvSpPr>
        <p:spPr>
          <a:xfrm>
            <a:off x="7014439" y="2690085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0" name="立方体 909"/>
          <p:cNvSpPr/>
          <p:nvPr/>
        </p:nvSpPr>
        <p:spPr>
          <a:xfrm>
            <a:off x="7260499" y="2690084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1" name="立方体 910"/>
          <p:cNvSpPr/>
          <p:nvPr/>
        </p:nvSpPr>
        <p:spPr>
          <a:xfrm>
            <a:off x="7545912" y="268308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2" name="立方体 911"/>
          <p:cNvSpPr/>
          <p:nvPr/>
        </p:nvSpPr>
        <p:spPr>
          <a:xfrm>
            <a:off x="7789782" y="2683084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3" name="立方体 912"/>
          <p:cNvSpPr/>
          <p:nvPr/>
        </p:nvSpPr>
        <p:spPr>
          <a:xfrm>
            <a:off x="8035842" y="2683083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4" name="立方体 913"/>
          <p:cNvSpPr/>
          <p:nvPr/>
        </p:nvSpPr>
        <p:spPr>
          <a:xfrm>
            <a:off x="8281902" y="2683082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2" name="文本框 931"/>
              <p:cNvSpPr txBox="1"/>
              <p:nvPr/>
            </p:nvSpPr>
            <p:spPr>
              <a:xfrm>
                <a:off x="5041094" y="4285121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32" name="文本框 9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094" y="4285121"/>
                <a:ext cx="576869" cy="283219"/>
              </a:xfrm>
              <a:prstGeom prst="rect">
                <a:avLst/>
              </a:prstGeom>
              <a:blipFill rotWithShape="1">
                <a:blip r:embed="rId22"/>
                <a:stretch>
                  <a:fillRect l="-80" t="-50" r="20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6" name="文本框 935"/>
              <p:cNvSpPr txBox="1"/>
              <p:nvPr/>
            </p:nvSpPr>
            <p:spPr>
              <a:xfrm>
                <a:off x="3544233" y="4642133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36" name="文本框 9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33" y="4642133"/>
                <a:ext cx="930900" cy="283219"/>
              </a:xfrm>
              <a:prstGeom prst="rect">
                <a:avLst/>
              </a:prstGeom>
              <a:blipFill rotWithShape="1">
                <a:blip r:embed="rId23"/>
                <a:stretch>
                  <a:fillRect l="-32" t="-100" r="31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3" name="连接符: 曲线 942"/>
          <p:cNvCxnSpPr>
            <a:stCxn id="863" idx="4"/>
            <a:endCxn id="48" idx="0"/>
          </p:cNvCxnSpPr>
          <p:nvPr/>
        </p:nvCxnSpPr>
        <p:spPr>
          <a:xfrm>
            <a:off x="4578153" y="4422185"/>
            <a:ext cx="1382484" cy="832343"/>
          </a:xfrm>
          <a:prstGeom prst="curvedConnector2">
            <a:avLst/>
          </a:prstGeom>
          <a:ln w="38100" cmpd="dbl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8" name="连接符: 曲线 937"/>
          <p:cNvCxnSpPr>
            <a:stCxn id="863" idx="3"/>
            <a:endCxn id="45" idx="0"/>
          </p:cNvCxnSpPr>
          <p:nvPr/>
        </p:nvCxnSpPr>
        <p:spPr>
          <a:xfrm rot="16200000" flipH="1">
            <a:off x="4488706" y="4511632"/>
            <a:ext cx="825346" cy="832752"/>
          </a:xfrm>
          <a:prstGeom prst="curvedConnector3">
            <a:avLst>
              <a:gd name="adj1" fmla="val 50000"/>
            </a:avLst>
          </a:prstGeom>
          <a:ln w="38100" cmpd="dbl">
            <a:solidFill>
              <a:srgbClr val="7030A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连接符: 曲线 932"/>
          <p:cNvCxnSpPr>
            <a:stCxn id="862" idx="3"/>
            <a:endCxn id="42" idx="0"/>
          </p:cNvCxnSpPr>
          <p:nvPr/>
        </p:nvCxnSpPr>
        <p:spPr>
          <a:xfrm rot="16200000" flipH="1">
            <a:off x="4176931" y="4577348"/>
            <a:ext cx="520828" cy="396804"/>
          </a:xfrm>
          <a:prstGeom prst="curvedConnector3">
            <a:avLst>
              <a:gd name="adj1" fmla="val 50000"/>
            </a:avLst>
          </a:prstGeom>
          <a:ln w="38100" cmpd="dbl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6" name="连接符: 曲线 925"/>
          <p:cNvCxnSpPr>
            <a:stCxn id="863" idx="0"/>
            <a:endCxn id="26" idx="0"/>
          </p:cNvCxnSpPr>
          <p:nvPr/>
        </p:nvCxnSpPr>
        <p:spPr>
          <a:xfrm rot="16200000" flipH="1">
            <a:off x="5301551" y="3512487"/>
            <a:ext cx="141750" cy="1715447"/>
          </a:xfrm>
          <a:prstGeom prst="curvedConnector3">
            <a:avLst>
              <a:gd name="adj1" fmla="val -86011"/>
            </a:avLst>
          </a:prstGeom>
          <a:ln w="38100" cmpd="dbl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连接符: 曲线 946"/>
          <p:cNvCxnSpPr>
            <a:stCxn id="887" idx="3"/>
            <a:endCxn id="51" idx="0"/>
          </p:cNvCxnSpPr>
          <p:nvPr/>
        </p:nvCxnSpPr>
        <p:spPr>
          <a:xfrm rot="5400000">
            <a:off x="7143546" y="4501039"/>
            <a:ext cx="382202" cy="449591"/>
          </a:xfrm>
          <a:prstGeom prst="curvedConnector3">
            <a:avLst>
              <a:gd name="adj1" fmla="val 50000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0" name="文本框 949"/>
              <p:cNvSpPr txBox="1"/>
              <p:nvPr/>
            </p:nvSpPr>
            <p:spPr>
              <a:xfrm>
                <a:off x="7428913" y="4544671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50" name="文本框 9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913" y="4544671"/>
                <a:ext cx="576869" cy="283219"/>
              </a:xfrm>
              <a:prstGeom prst="rect">
                <a:avLst/>
              </a:prstGeom>
              <a:blipFill rotWithShape="1">
                <a:blip r:embed="rId24"/>
                <a:stretch>
                  <a:fillRect l="-8" t="-216" r="58" b="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2" name="连接符: 曲线 951"/>
          <p:cNvCxnSpPr>
            <a:stCxn id="889" idx="3"/>
            <a:endCxn id="25" idx="0"/>
          </p:cNvCxnSpPr>
          <p:nvPr/>
        </p:nvCxnSpPr>
        <p:spPr>
          <a:xfrm rot="5400000">
            <a:off x="7249045" y="4894217"/>
            <a:ext cx="1159812" cy="440842"/>
          </a:xfrm>
          <a:prstGeom prst="curvedConnector3">
            <a:avLst>
              <a:gd name="adj1" fmla="val 34889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连接符: 曲线 955"/>
          <p:cNvCxnSpPr>
            <a:stCxn id="887" idx="0"/>
            <a:endCxn id="26" idx="0"/>
          </p:cNvCxnSpPr>
          <p:nvPr/>
        </p:nvCxnSpPr>
        <p:spPr>
          <a:xfrm rot="16200000" flipH="1" flipV="1">
            <a:off x="6848470" y="3700413"/>
            <a:ext cx="122352" cy="1358992"/>
          </a:xfrm>
          <a:prstGeom prst="curvedConnector3">
            <a:avLst>
              <a:gd name="adj1" fmla="val -62279"/>
            </a:avLst>
          </a:prstGeom>
          <a:ln w="38100" cmpd="dbl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005631" y="4441085"/>
            <a:ext cx="449037" cy="441808"/>
            <a:chOff x="8412472" y="5074579"/>
            <a:chExt cx="449037" cy="441808"/>
          </a:xfrm>
        </p:grpSpPr>
        <p:sp>
          <p:nvSpPr>
            <p:cNvPr id="14" name="椭圆 13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4" name="文本框 973"/>
              <p:cNvSpPr txBox="1"/>
              <p:nvPr/>
            </p:nvSpPr>
            <p:spPr>
              <a:xfrm>
                <a:off x="6493811" y="4214461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74" name="文本框 9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811" y="4214461"/>
                <a:ext cx="930900" cy="283219"/>
              </a:xfrm>
              <a:prstGeom prst="rect">
                <a:avLst/>
              </a:prstGeom>
              <a:blipFill rotWithShape="1">
                <a:blip r:embed="rId25"/>
                <a:stretch>
                  <a:fillRect l="-32" t="-212" r="31" b="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5" name="连接符: 曲线 974"/>
          <p:cNvCxnSpPr>
            <a:stCxn id="893" idx="1"/>
            <a:endCxn id="25" idx="3"/>
          </p:cNvCxnSpPr>
          <p:nvPr/>
        </p:nvCxnSpPr>
        <p:spPr>
          <a:xfrm rot="16200000" flipV="1">
            <a:off x="7706302" y="6055025"/>
            <a:ext cx="520714" cy="251501"/>
          </a:xfrm>
          <a:prstGeom prst="curvedConnector2">
            <a:avLst/>
          </a:prstGeom>
          <a:ln w="38100" cmpd="dbl">
            <a:solidFill>
              <a:srgbClr val="F980FC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8" name="文本框 977"/>
              <p:cNvSpPr txBox="1"/>
              <p:nvPr/>
            </p:nvSpPr>
            <p:spPr>
              <a:xfrm>
                <a:off x="7885128" y="5712460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78" name="文本框 9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128" y="5712460"/>
                <a:ext cx="576869" cy="283219"/>
              </a:xfrm>
              <a:prstGeom prst="rect">
                <a:avLst/>
              </a:prstGeom>
              <a:blipFill rotWithShape="1">
                <a:blip r:embed="rId26"/>
                <a:stretch>
                  <a:fillRect l="-58" r="108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0" name="连接符: 曲线 979"/>
          <p:cNvCxnSpPr>
            <a:stCxn id="891" idx="3"/>
            <a:endCxn id="39" idx="3"/>
          </p:cNvCxnSpPr>
          <p:nvPr/>
        </p:nvCxnSpPr>
        <p:spPr>
          <a:xfrm rot="5400000" flipH="1">
            <a:off x="6992186" y="6017141"/>
            <a:ext cx="108002" cy="1112585"/>
          </a:xfrm>
          <a:prstGeom prst="curvedConnector4">
            <a:avLst>
              <a:gd name="adj1" fmla="val -169330"/>
              <a:gd name="adj2" fmla="val 54186"/>
            </a:avLst>
          </a:prstGeom>
          <a:ln w="38100" cmpd="dbl">
            <a:solidFill>
              <a:srgbClr val="F980FC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8" name="文本框 987"/>
              <p:cNvSpPr txBox="1"/>
              <p:nvPr/>
            </p:nvSpPr>
            <p:spPr>
              <a:xfrm>
                <a:off x="7509329" y="6570960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rgbClr val="F980FC"/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88" name="文本框 9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329" y="6570960"/>
                <a:ext cx="930900" cy="283219"/>
              </a:xfrm>
              <a:prstGeom prst="rect">
                <a:avLst/>
              </a:prstGeom>
              <a:blipFill rotWithShape="1">
                <a:blip r:embed="rId27"/>
                <a:stretch>
                  <a:fillRect l="-49" t="-217" r="48" b="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9" name="连接符: 曲线 988"/>
          <p:cNvCxnSpPr>
            <a:stCxn id="891" idx="2"/>
            <a:endCxn id="50" idx="4"/>
          </p:cNvCxnSpPr>
          <p:nvPr/>
        </p:nvCxnSpPr>
        <p:spPr>
          <a:xfrm rot="10800000">
            <a:off x="7106575" y="5133656"/>
            <a:ext cx="402755" cy="1400629"/>
          </a:xfrm>
          <a:prstGeom prst="curvedConnector2">
            <a:avLst/>
          </a:prstGeom>
          <a:ln w="38100" cmpd="dbl">
            <a:solidFill>
              <a:srgbClr val="F980FC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连接符: 曲线 991"/>
          <p:cNvCxnSpPr>
            <a:stCxn id="898" idx="4"/>
            <a:endCxn id="45" idx="2"/>
          </p:cNvCxnSpPr>
          <p:nvPr/>
        </p:nvCxnSpPr>
        <p:spPr>
          <a:xfrm flipV="1">
            <a:off x="4903882" y="5790678"/>
            <a:ext cx="413873" cy="896622"/>
          </a:xfrm>
          <a:prstGeom prst="curvedConnector2">
            <a:avLst/>
          </a:prstGeom>
          <a:ln w="38100" cmpd="dbl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95" name="文本框 994"/>
              <p:cNvSpPr txBox="1"/>
              <p:nvPr/>
            </p:nvSpPr>
            <p:spPr>
              <a:xfrm>
                <a:off x="5119882" y="6576850"/>
                <a:ext cx="576869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995" name="文本框 9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882" y="6576850"/>
                <a:ext cx="576869" cy="283219"/>
              </a:xfrm>
              <a:prstGeom prst="rect">
                <a:avLst/>
              </a:prstGeom>
              <a:blipFill rotWithShape="1">
                <a:blip r:embed="rId28"/>
                <a:stretch>
                  <a:fillRect l="-89" t="-55" r="29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6" name="连接符: 曲线 995"/>
          <p:cNvCxnSpPr>
            <a:stCxn id="898" idx="4"/>
            <a:endCxn id="48" idx="2"/>
          </p:cNvCxnSpPr>
          <p:nvPr/>
        </p:nvCxnSpPr>
        <p:spPr>
          <a:xfrm flipV="1">
            <a:off x="4903882" y="5604409"/>
            <a:ext cx="1056755" cy="1082891"/>
          </a:xfrm>
          <a:prstGeom prst="curvedConnector2">
            <a:avLst/>
          </a:prstGeom>
          <a:ln w="38100" cmpd="dbl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连接符: 曲线 1000"/>
          <p:cNvCxnSpPr>
            <a:stCxn id="895" idx="2"/>
            <a:endCxn id="36" idx="1"/>
          </p:cNvCxnSpPr>
          <p:nvPr/>
        </p:nvCxnSpPr>
        <p:spPr>
          <a:xfrm rot="10800000" flipH="1">
            <a:off x="3981592" y="6159072"/>
            <a:ext cx="218252" cy="528230"/>
          </a:xfrm>
          <a:prstGeom prst="curvedConnector3">
            <a:avLst>
              <a:gd name="adj1" fmla="val -104741"/>
            </a:avLst>
          </a:prstGeom>
          <a:ln w="38100" cmpd="dbl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4" name="文本框 1003"/>
              <p:cNvSpPr txBox="1"/>
              <p:nvPr/>
            </p:nvSpPr>
            <p:spPr>
              <a:xfrm>
                <a:off x="3722362" y="6273582"/>
                <a:ext cx="930900" cy="283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𝓔</m:t>
                          </m:r>
                        </m:e>
                        <m:sub>
                          <m: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𝓝𝓞𝓣</m:t>
                          </m:r>
                          <m:r>
                            <m:rPr>
                              <m:lit/>
                            </m:rPr>
                            <a:rPr lang="zh-CN" altLang="en-US" sz="1200" b="1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zh-CN" altLang="en-US" sz="1200" b="1" i="1" dirty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𝓗𝓐𝓢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>
          <p:sp>
            <p:nvSpPr>
              <p:cNvPr id="1004" name="文本框 10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362" y="6273582"/>
                <a:ext cx="930900" cy="283219"/>
              </a:xfrm>
              <a:prstGeom prst="rect">
                <a:avLst/>
              </a:prstGeom>
              <a:blipFill rotWithShape="1">
                <a:blip r:embed="rId29"/>
                <a:stretch>
                  <a:fillRect l="-67" t="-147" r="66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8" name="文本框 1017"/>
          <p:cNvSpPr txBox="1"/>
          <p:nvPr/>
        </p:nvSpPr>
        <p:spPr>
          <a:xfrm>
            <a:off x="8680212" y="1909813"/>
            <a:ext cx="4005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Retrieval &amp;Calibrated Inference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9" name="文本框 1078"/>
          <p:cNvSpPr txBox="1"/>
          <p:nvPr/>
        </p:nvSpPr>
        <p:spPr>
          <a:xfrm>
            <a:off x="9736102" y="2297783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Memory 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5" name="组合 1154"/>
          <p:cNvGrpSpPr/>
          <p:nvPr/>
        </p:nvGrpSpPr>
        <p:grpSpPr>
          <a:xfrm>
            <a:off x="9029127" y="2686231"/>
            <a:ext cx="894970" cy="648316"/>
            <a:chOff x="8101498" y="863841"/>
            <a:chExt cx="894970" cy="648316"/>
          </a:xfrm>
        </p:grpSpPr>
        <p:pic>
          <p:nvPicPr>
            <p:cNvPr id="1089" name="图片 108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498" y="863841"/>
              <a:ext cx="639843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090" name="图片 108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15197" y="1003898"/>
              <a:ext cx="668575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114" name="图片 11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6625" y="1152157"/>
              <a:ext cx="639843" cy="3600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143" name="组合 1142"/>
          <p:cNvGrpSpPr/>
          <p:nvPr/>
        </p:nvGrpSpPr>
        <p:grpSpPr>
          <a:xfrm>
            <a:off x="11580767" y="2653783"/>
            <a:ext cx="762421" cy="701394"/>
            <a:chOff x="-759632" y="3864608"/>
            <a:chExt cx="822320" cy="874135"/>
          </a:xfrm>
        </p:grpSpPr>
        <p:pic>
          <p:nvPicPr>
            <p:cNvPr id="1144" name="图片 1143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46948" y="4025022"/>
              <a:ext cx="609636" cy="713721"/>
            </a:xfrm>
            <a:prstGeom prst="rect">
              <a:avLst/>
            </a:prstGeom>
          </p:spPr>
        </p:pic>
        <p:pic>
          <p:nvPicPr>
            <p:cNvPr id="1145" name="图片 1144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46616" y="3933662"/>
              <a:ext cx="609636" cy="713721"/>
            </a:xfrm>
            <a:prstGeom prst="rect">
              <a:avLst/>
            </a:prstGeom>
          </p:spPr>
        </p:pic>
        <p:pic>
          <p:nvPicPr>
            <p:cNvPr id="1146" name="图片 1145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9632" y="3864608"/>
              <a:ext cx="609636" cy="713721"/>
            </a:xfrm>
            <a:prstGeom prst="rect">
              <a:avLst/>
            </a:prstGeom>
          </p:spPr>
        </p:pic>
      </p:grpSp>
      <p:sp>
        <p:nvSpPr>
          <p:cNvPr id="1151" name="图形 1149" descr="线箭头: 逆时针曲线 纯色填充"/>
          <p:cNvSpPr/>
          <p:nvPr/>
        </p:nvSpPr>
        <p:spPr>
          <a:xfrm rot="5827512">
            <a:off x="10641828" y="2688328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152" name="图形 1149" descr="线箭头: 逆时针曲线 纯色填充"/>
          <p:cNvSpPr/>
          <p:nvPr/>
        </p:nvSpPr>
        <p:spPr>
          <a:xfrm rot="16526234">
            <a:off x="10653059" y="2197637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4" name="文本框 1153"/>
              <p:cNvSpPr txBox="1"/>
              <p:nvPr/>
            </p:nvSpPr>
            <p:spPr>
              <a:xfrm>
                <a:off x="9822264" y="2823005"/>
                <a:ext cx="1938598" cy="32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𝓖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𝓹𝓸𝓵𝓪𝓻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𝓥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𝓔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0" smtClean="0">
                              <a:latin typeface="Cambria Math" panose="02040503050406030204" pitchFamily="18" charset="0"/>
                            </a:rPr>
                            <m:t>𝛀</m:t>
                          </m:r>
                        </m:e>
                      </m:d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4" name="文本框 1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264" y="2823005"/>
                <a:ext cx="1938598" cy="327910"/>
              </a:xfrm>
              <a:prstGeom prst="rect">
                <a:avLst/>
              </a:prstGeom>
              <a:blipFill rotWithShape="1">
                <a:blip r:embed="rId30"/>
                <a:stretch>
                  <a:fillRect l="-4" t="-131" r="1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6" name="矩形: 圆角 1155"/>
          <p:cNvSpPr/>
          <p:nvPr/>
        </p:nvSpPr>
        <p:spPr>
          <a:xfrm>
            <a:off x="8859320" y="3702490"/>
            <a:ext cx="3574203" cy="1119948"/>
          </a:xfrm>
          <a:prstGeom prst="roundRect">
            <a:avLst/>
          </a:prstGeom>
          <a:solidFill>
            <a:srgbClr val="E8F3E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文本框 1156"/>
          <p:cNvSpPr txBox="1"/>
          <p:nvPr/>
        </p:nvSpPr>
        <p:spPr>
          <a:xfrm>
            <a:off x="9707527" y="3696731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Logic-Aware Retrieval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8" name="图形 509" descr="上一步 纯色填充"/>
          <p:cNvSpPr/>
          <p:nvPr/>
        </p:nvSpPr>
        <p:spPr>
          <a:xfrm rot="16982556" flipV="1">
            <a:off x="11091430" y="3449584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0" name="文本框 1159"/>
          <p:cNvSpPr txBox="1"/>
          <p:nvPr/>
        </p:nvSpPr>
        <p:spPr>
          <a:xfrm>
            <a:off x="11412833" y="3386752"/>
            <a:ext cx="1295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61" name="图形 509" descr="上一步 纯色填充"/>
          <p:cNvSpPr/>
          <p:nvPr/>
        </p:nvSpPr>
        <p:spPr>
          <a:xfrm rot="1475995" flipV="1">
            <a:off x="9869013" y="3480811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2" name="文本框 1161"/>
          <p:cNvSpPr txBox="1"/>
          <p:nvPr/>
        </p:nvSpPr>
        <p:spPr>
          <a:xfrm>
            <a:off x="8820491" y="3412521"/>
            <a:ext cx="12956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163" name="文本框 1162"/>
          <p:cNvSpPr txBox="1"/>
          <p:nvPr/>
        </p:nvSpPr>
        <p:spPr>
          <a:xfrm>
            <a:off x="8774770" y="4512802"/>
            <a:ext cx="13114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71" name="组合 1170"/>
          <p:cNvGrpSpPr/>
          <p:nvPr/>
        </p:nvGrpSpPr>
        <p:grpSpPr>
          <a:xfrm>
            <a:off x="9084957" y="4113925"/>
            <a:ext cx="671256" cy="421239"/>
            <a:chOff x="4902599" y="6070650"/>
            <a:chExt cx="671256" cy="3326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4" name="矩形: 圆角 1163"/>
            <p:cNvSpPr/>
            <p:nvPr/>
          </p:nvSpPr>
          <p:spPr>
            <a:xfrm>
              <a:off x="4902599" y="6070650"/>
              <a:ext cx="671256" cy="332635"/>
            </a:xfrm>
            <a:prstGeom prst="roundRect">
              <a:avLst/>
            </a:prstGeom>
            <a:solidFill>
              <a:srgbClr val="EEEEEE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66" name="直接连接符 1165"/>
            <p:cNvCxnSpPr/>
            <p:nvPr/>
          </p:nvCxnSpPr>
          <p:spPr>
            <a:xfrm>
              <a:off x="4978497" y="6153150"/>
              <a:ext cx="517662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直接连接符 1166"/>
            <p:cNvCxnSpPr/>
            <p:nvPr/>
          </p:nvCxnSpPr>
          <p:spPr>
            <a:xfrm>
              <a:off x="4977075" y="6229350"/>
              <a:ext cx="396142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直接连接符 1168"/>
            <p:cNvCxnSpPr/>
            <p:nvPr/>
          </p:nvCxnSpPr>
          <p:spPr>
            <a:xfrm>
              <a:off x="4984414" y="6319566"/>
              <a:ext cx="486777" cy="0"/>
            </a:xfrm>
            <a:prstGeom prst="line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2" name="组合 1171"/>
          <p:cNvGrpSpPr/>
          <p:nvPr/>
        </p:nvGrpSpPr>
        <p:grpSpPr>
          <a:xfrm>
            <a:off x="10143277" y="4079911"/>
            <a:ext cx="353640" cy="333664"/>
            <a:chOff x="6630894" y="4940389"/>
            <a:chExt cx="464756" cy="451749"/>
          </a:xfrm>
        </p:grpSpPr>
        <p:sp>
          <p:nvSpPr>
            <p:cNvPr id="1173" name="椭圆 1172"/>
            <p:cNvSpPr/>
            <p:nvPr/>
          </p:nvSpPr>
          <p:spPr>
            <a:xfrm>
              <a:off x="6640418" y="4955376"/>
              <a:ext cx="432000" cy="432000"/>
            </a:xfrm>
            <a:prstGeom prst="ellipse">
              <a:avLst/>
            </a:prstGeom>
            <a:solidFill>
              <a:srgbClr val="C0DBA9"/>
            </a:solidFill>
            <a:ln w="127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74" name="图片 117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847"/>
            <a:stretch>
              <a:fillRect/>
            </a:stretch>
          </p:blipFill>
          <p:spPr>
            <a:xfrm>
              <a:off x="6630894" y="4940389"/>
              <a:ext cx="464756" cy="451749"/>
            </a:xfrm>
            <a:prstGeom prst="rect">
              <a:avLst/>
            </a:prstGeom>
          </p:spPr>
        </p:pic>
      </p:grpSp>
      <p:grpSp>
        <p:nvGrpSpPr>
          <p:cNvPr id="1175" name="组合 1174"/>
          <p:cNvGrpSpPr/>
          <p:nvPr/>
        </p:nvGrpSpPr>
        <p:grpSpPr>
          <a:xfrm>
            <a:off x="10458369" y="4285861"/>
            <a:ext cx="326451" cy="311689"/>
            <a:chOff x="8412472" y="5074579"/>
            <a:chExt cx="449037" cy="441808"/>
          </a:xfrm>
        </p:grpSpPr>
        <p:sp>
          <p:nvSpPr>
            <p:cNvPr id="1176" name="椭圆 1175"/>
            <p:cNvSpPr/>
            <p:nvPr/>
          </p:nvSpPr>
          <p:spPr>
            <a:xfrm>
              <a:off x="8424166" y="5083008"/>
              <a:ext cx="432000" cy="432000"/>
            </a:xfrm>
            <a:prstGeom prst="ellipse">
              <a:avLst/>
            </a:prstGeom>
            <a:solidFill>
              <a:srgbClr val="E4B4B2"/>
            </a:solidFill>
            <a:ln w="12700">
              <a:solidFill>
                <a:srgbClr val="A13E3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77" name="图片 117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368"/>
            <a:stretch>
              <a:fillRect/>
            </a:stretch>
          </p:blipFill>
          <p:spPr>
            <a:xfrm>
              <a:off x="8412472" y="5074579"/>
              <a:ext cx="449037" cy="441808"/>
            </a:xfrm>
            <a:prstGeom prst="rect">
              <a:avLst/>
            </a:prstGeom>
          </p:spPr>
        </p:pic>
      </p:grpSp>
      <p:grpSp>
        <p:nvGrpSpPr>
          <p:cNvPr id="1178" name="组合 1177"/>
          <p:cNvGrpSpPr/>
          <p:nvPr/>
        </p:nvGrpSpPr>
        <p:grpSpPr>
          <a:xfrm>
            <a:off x="10750753" y="4064878"/>
            <a:ext cx="306815" cy="322322"/>
            <a:chOff x="6758192" y="4594058"/>
            <a:chExt cx="432000" cy="432000"/>
          </a:xfrm>
        </p:grpSpPr>
        <p:sp>
          <p:nvSpPr>
            <p:cNvPr id="1179" name="椭圆 1178"/>
            <p:cNvSpPr/>
            <p:nvPr/>
          </p:nvSpPr>
          <p:spPr>
            <a:xfrm>
              <a:off x="6758192" y="4594058"/>
              <a:ext cx="432000" cy="432000"/>
            </a:xfrm>
            <a:prstGeom prst="ellipse">
              <a:avLst/>
            </a:prstGeom>
            <a:solidFill>
              <a:srgbClr val="D3DEED"/>
            </a:solidFill>
            <a:ln w="12700">
              <a:solidFill>
                <a:srgbClr val="5B83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80" name="图片 117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2415" y="4616169"/>
              <a:ext cx="387777" cy="387777"/>
            </a:xfrm>
            <a:prstGeom prst="rect">
              <a:avLst/>
            </a:prstGeom>
          </p:spPr>
        </p:pic>
      </p:grpSp>
      <p:sp>
        <p:nvSpPr>
          <p:cNvPr id="1182" name="文本框 1181"/>
          <p:cNvSpPr txBox="1"/>
          <p:nvPr/>
        </p:nvSpPr>
        <p:spPr>
          <a:xfrm>
            <a:off x="9977974" y="4511272"/>
            <a:ext cx="124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3" name="立方体 1182"/>
          <p:cNvSpPr/>
          <p:nvPr/>
        </p:nvSpPr>
        <p:spPr>
          <a:xfrm>
            <a:off x="11592972" y="4107902"/>
            <a:ext cx="216000" cy="216000"/>
          </a:xfrm>
          <a:prstGeom prst="cube">
            <a:avLst>
              <a:gd name="adj" fmla="val 13750"/>
            </a:avLst>
          </a:prstGeom>
          <a:solidFill>
            <a:srgbClr val="E8DDFB"/>
          </a:solidFill>
          <a:ln w="15875">
            <a:solidFill>
              <a:srgbClr val="B17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4" name="立方体 1183"/>
          <p:cNvSpPr/>
          <p:nvPr/>
        </p:nvSpPr>
        <p:spPr>
          <a:xfrm>
            <a:off x="11858319" y="4104440"/>
            <a:ext cx="216000" cy="216000"/>
          </a:xfrm>
          <a:prstGeom prst="cube">
            <a:avLst>
              <a:gd name="adj" fmla="val 13750"/>
            </a:avLst>
          </a:prstGeom>
          <a:solidFill>
            <a:srgbClr val="FDE0CB"/>
          </a:solidFill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立方体 1184"/>
          <p:cNvSpPr/>
          <p:nvPr/>
        </p:nvSpPr>
        <p:spPr>
          <a:xfrm>
            <a:off x="11590718" y="4373715"/>
            <a:ext cx="216000" cy="216000"/>
          </a:xfrm>
          <a:prstGeom prst="cube">
            <a:avLst>
              <a:gd name="adj" fmla="val 1375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立方体 1185"/>
          <p:cNvSpPr/>
          <p:nvPr/>
        </p:nvSpPr>
        <p:spPr>
          <a:xfrm>
            <a:off x="11855959" y="4366715"/>
            <a:ext cx="216000" cy="216000"/>
          </a:xfrm>
          <a:prstGeom prst="cube">
            <a:avLst>
              <a:gd name="adj" fmla="val 13750"/>
            </a:avLst>
          </a:prstGeom>
          <a:solidFill>
            <a:srgbClr val="FDD9FE"/>
          </a:solidFill>
          <a:ln w="15875">
            <a:solidFill>
              <a:srgbClr val="F980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文本框 1186"/>
          <p:cNvSpPr txBox="1"/>
          <p:nvPr/>
        </p:nvSpPr>
        <p:spPr>
          <a:xfrm>
            <a:off x="11127876" y="4513479"/>
            <a:ext cx="138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Nodes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9" name="矩形: 圆角 1188"/>
          <p:cNvSpPr/>
          <p:nvPr/>
        </p:nvSpPr>
        <p:spPr>
          <a:xfrm>
            <a:off x="8857155" y="5097835"/>
            <a:ext cx="3574203" cy="11096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8" name="箭头: 右 1187"/>
          <p:cNvSpPr/>
          <p:nvPr/>
        </p:nvSpPr>
        <p:spPr>
          <a:xfrm rot="5400000">
            <a:off x="10469108" y="4750705"/>
            <a:ext cx="374169" cy="457227"/>
          </a:xfrm>
          <a:custGeom>
            <a:avLst/>
            <a:gdLst>
              <a:gd name="csX0" fmla="*/ 0 w 374169"/>
              <a:gd name="csY0" fmla="*/ 144392 h 457227"/>
              <a:gd name="csX1" fmla="*/ 174774 w 374169"/>
              <a:gd name="csY1" fmla="*/ 144392 h 457227"/>
              <a:gd name="csX2" fmla="*/ 174774 w 374169"/>
              <a:gd name="csY2" fmla="*/ 0 h 457227"/>
              <a:gd name="csX3" fmla="*/ 374169 w 374169"/>
              <a:gd name="csY3" fmla="*/ 228614 h 457227"/>
              <a:gd name="csX4" fmla="*/ 174774 w 374169"/>
              <a:gd name="csY4" fmla="*/ 457227 h 457227"/>
              <a:gd name="csX5" fmla="*/ 174774 w 374169"/>
              <a:gd name="csY5" fmla="*/ 312835 h 457227"/>
              <a:gd name="csX6" fmla="*/ 0 w 374169"/>
              <a:gd name="csY6" fmla="*/ 312835 h 457227"/>
              <a:gd name="csX7" fmla="*/ 0 w 374169"/>
              <a:gd name="csY7" fmla="*/ 144392 h 457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4169" h="457227" extrusionOk="0">
                <a:moveTo>
                  <a:pt x="0" y="144392"/>
                </a:moveTo>
                <a:cubicBezTo>
                  <a:pt x="39794" y="142020"/>
                  <a:pt x="103063" y="147033"/>
                  <a:pt x="174774" y="144392"/>
                </a:cubicBezTo>
                <a:cubicBezTo>
                  <a:pt x="162521" y="94784"/>
                  <a:pt x="185940" y="66991"/>
                  <a:pt x="174774" y="0"/>
                </a:cubicBezTo>
                <a:cubicBezTo>
                  <a:pt x="262584" y="63066"/>
                  <a:pt x="288519" y="168194"/>
                  <a:pt x="374169" y="228614"/>
                </a:cubicBezTo>
                <a:cubicBezTo>
                  <a:pt x="296973" y="325081"/>
                  <a:pt x="239967" y="335799"/>
                  <a:pt x="174774" y="457227"/>
                </a:cubicBezTo>
                <a:cubicBezTo>
                  <a:pt x="159982" y="425490"/>
                  <a:pt x="190504" y="343698"/>
                  <a:pt x="174774" y="312835"/>
                </a:cubicBezTo>
                <a:cubicBezTo>
                  <a:pt x="134236" y="329490"/>
                  <a:pt x="64091" y="293115"/>
                  <a:pt x="0" y="312835"/>
                </a:cubicBezTo>
                <a:cubicBezTo>
                  <a:pt x="-429" y="259730"/>
                  <a:pt x="7781" y="204658"/>
                  <a:pt x="0" y="144392"/>
                </a:cubicBezTo>
                <a:close/>
              </a:path>
            </a:pathLst>
          </a:custGeom>
          <a:noFill/>
          <a:ln w="254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90" name="图片 118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54" b="48360"/>
          <a:stretch>
            <a:fillRect/>
          </a:stretch>
        </p:blipFill>
        <p:spPr>
          <a:xfrm>
            <a:off x="555941" y="3306913"/>
            <a:ext cx="559197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1" name="图片 119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8" t="49677"/>
          <a:stretch>
            <a:fillRect/>
          </a:stretch>
        </p:blipFill>
        <p:spPr>
          <a:xfrm>
            <a:off x="1213809" y="3306564"/>
            <a:ext cx="564624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2" name="图片 119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145"/>
          <a:stretch>
            <a:fillRect/>
          </a:stretch>
        </p:blipFill>
        <p:spPr>
          <a:xfrm>
            <a:off x="1880169" y="3306271"/>
            <a:ext cx="577725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3" name="图片 119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4" b="47375"/>
          <a:stretch>
            <a:fillRect/>
          </a:stretch>
        </p:blipFill>
        <p:spPr>
          <a:xfrm>
            <a:off x="2564377" y="3306976"/>
            <a:ext cx="543776" cy="32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94" name="文本框 1193"/>
              <p:cNvSpPr txBox="1"/>
              <p:nvPr/>
            </p:nvSpPr>
            <p:spPr>
              <a:xfrm>
                <a:off x="2607481" y="2409973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194" name="文本框 1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81" y="2409973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21" t="-28" r="59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5" name="文本框 1194"/>
          <p:cNvSpPr txBox="1"/>
          <p:nvPr/>
        </p:nvSpPr>
        <p:spPr>
          <a:xfrm>
            <a:off x="-292006" y="3211299"/>
            <a:ext cx="87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endParaRPr lang="en-US" altLang="zh-CN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97" name="图片 1196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4" t="28002" r="60593" b="29301"/>
          <a:stretch>
            <a:fillRect/>
          </a:stretch>
        </p:blipFill>
        <p:spPr>
          <a:xfrm>
            <a:off x="9706233" y="6289526"/>
            <a:ext cx="445595" cy="460381"/>
          </a:xfrm>
          <a:prstGeom prst="rect">
            <a:avLst/>
          </a:prstGeom>
        </p:spPr>
      </p:pic>
      <p:pic>
        <p:nvPicPr>
          <p:cNvPr id="1198" name="Picture 4" descr="DeepSeek Logo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45"/>
          <a:stretch>
            <a:fillRect/>
          </a:stretch>
        </p:blipFill>
        <p:spPr bwMode="auto">
          <a:xfrm>
            <a:off x="10270439" y="6351519"/>
            <a:ext cx="52474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9" name="Picture 6" descr="模型详情页"/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42"/>
          <a:stretch>
            <a:fillRect/>
          </a:stretch>
        </p:blipFill>
        <p:spPr bwMode="auto">
          <a:xfrm>
            <a:off x="10780635" y="6273039"/>
            <a:ext cx="666339" cy="55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0" name="Picture 8" descr="LLaVA 免费SVG、PNG 与矢量下载· LobeHub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332" y="6340696"/>
            <a:ext cx="407894" cy="40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01" name="文本框 1200"/>
              <p:cNvSpPr txBox="1"/>
              <p:nvPr/>
            </p:nvSpPr>
            <p:spPr>
              <a:xfrm>
                <a:off x="11840865" y="6225383"/>
                <a:ext cx="812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201" name="文本框 1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0865" y="6225383"/>
                <a:ext cx="812477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2" t="-91" r="41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1" name="箭头: 右 1070"/>
          <p:cNvSpPr/>
          <p:nvPr/>
        </p:nvSpPr>
        <p:spPr>
          <a:xfrm>
            <a:off x="8325234" y="5954744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3" name="箭头: 右 1072"/>
          <p:cNvSpPr/>
          <p:nvPr/>
        </p:nvSpPr>
        <p:spPr>
          <a:xfrm>
            <a:off x="8341660" y="5962219"/>
            <a:ext cx="449037" cy="408727"/>
          </a:xfrm>
          <a:custGeom>
            <a:avLst/>
            <a:gdLst>
              <a:gd name="csX0" fmla="*/ 0 w 449037"/>
              <a:gd name="csY0" fmla="*/ 129076 h 408727"/>
              <a:gd name="csX1" fmla="*/ 231226 w 449037"/>
              <a:gd name="csY1" fmla="*/ 129076 h 408727"/>
              <a:gd name="csX2" fmla="*/ 231226 w 449037"/>
              <a:gd name="csY2" fmla="*/ 0 h 408727"/>
              <a:gd name="csX3" fmla="*/ 449037 w 449037"/>
              <a:gd name="csY3" fmla="*/ 204364 h 408727"/>
              <a:gd name="csX4" fmla="*/ 231226 w 449037"/>
              <a:gd name="csY4" fmla="*/ 408727 h 408727"/>
              <a:gd name="csX5" fmla="*/ 231226 w 449037"/>
              <a:gd name="csY5" fmla="*/ 279651 h 408727"/>
              <a:gd name="csX6" fmla="*/ 0 w 449037"/>
              <a:gd name="csY6" fmla="*/ 279651 h 408727"/>
              <a:gd name="csX7" fmla="*/ 0 w 449037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9037" h="408727" extrusionOk="0">
                <a:moveTo>
                  <a:pt x="0" y="129076"/>
                </a:moveTo>
                <a:cubicBezTo>
                  <a:pt x="68018" y="116336"/>
                  <a:pt x="156967" y="143402"/>
                  <a:pt x="231226" y="129076"/>
                </a:cubicBezTo>
                <a:cubicBezTo>
                  <a:pt x="227914" y="69772"/>
                  <a:pt x="235809" y="34141"/>
                  <a:pt x="231226" y="0"/>
                </a:cubicBezTo>
                <a:cubicBezTo>
                  <a:pt x="297582" y="39096"/>
                  <a:pt x="345328" y="138896"/>
                  <a:pt x="449037" y="204364"/>
                </a:cubicBezTo>
                <a:cubicBezTo>
                  <a:pt x="404641" y="255777"/>
                  <a:pt x="284516" y="319320"/>
                  <a:pt x="231226" y="408727"/>
                </a:cubicBezTo>
                <a:cubicBezTo>
                  <a:pt x="218637" y="357962"/>
                  <a:pt x="246563" y="322434"/>
                  <a:pt x="231226" y="279651"/>
                </a:cubicBezTo>
                <a:cubicBezTo>
                  <a:pt x="128091" y="283930"/>
                  <a:pt x="81824" y="277491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2" name="文本框 1201"/>
          <p:cNvSpPr txBox="1"/>
          <p:nvPr/>
        </p:nvSpPr>
        <p:spPr>
          <a:xfrm>
            <a:off x="10844618" y="4797705"/>
            <a:ext cx="197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Verifiable Memory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03" name="文本框 1202"/>
          <p:cNvSpPr txBox="1"/>
          <p:nvPr/>
        </p:nvSpPr>
        <p:spPr>
          <a:xfrm>
            <a:off x="9476522" y="5082113"/>
            <a:ext cx="2467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Serialization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5" name="文本框 1204"/>
              <p:cNvSpPr txBox="1"/>
              <p:nvPr/>
            </p:nvSpPr>
            <p:spPr>
              <a:xfrm>
                <a:off x="9161410" y="5363675"/>
                <a:ext cx="3092696" cy="551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 dirty="0" smtClean="0">
                                      <a:latin typeface="Cambria Math" panose="02040503050406030204" pitchFamily="18" charset="0"/>
                                    </a:rPr>
                                    <m:t>ℐ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1400" i="0" dirty="0" smtClean="0">
                                      <a:latin typeface="Cambria Math" panose="02040503050406030204" pitchFamily="18" charset="0"/>
                                    </a:rPr>
                                    <m:t>𝓈𝓎𝓈</m:t>
                                  </m:r>
                                </m:sub>
                              </m:sSub>
                              <m:r>
                                <a:rPr lang="zh-CN" altLang="en-US" sz="14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lit/>
                                </m:rP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limLow>
                                <m:limLowPr>
                                  <m:ctrlPr>
                                    <a:rPr lang="zh-CN" alt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𝒜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𝒜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1400" i="1" dirty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ℳ</m:t>
                                      </m:r>
                                    </m:e>
                                    <m:sup>
                                      <m:r>
                                        <a:rPr lang="zh-CN" altLang="en-US" sz="1400" i="1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lim>
                              </m:limLow>
                              <m:r>
                                <m:rPr>
                                  <m:lit/>
                                </m:rP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zh-CN" alt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b>
                          <m: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  <m:t>⊕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05" name="文本框 1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410" y="5363675"/>
                <a:ext cx="3092696" cy="551818"/>
              </a:xfrm>
              <a:prstGeom prst="rect">
                <a:avLst/>
              </a:prstGeom>
              <a:blipFill rotWithShape="1">
                <a:blip r:embed="rId35"/>
                <a:stretch>
                  <a:fillRect l="-9" t="-84" r="17" b="-38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6" name="文本框 1205"/>
          <p:cNvSpPr txBox="1"/>
          <p:nvPr/>
        </p:nvSpPr>
        <p:spPr>
          <a:xfrm>
            <a:off x="8859267" y="5851295"/>
            <a:ext cx="945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17" name="组合 1216"/>
          <p:cNvGrpSpPr/>
          <p:nvPr/>
        </p:nvGrpSpPr>
        <p:grpSpPr>
          <a:xfrm>
            <a:off x="9666648" y="5927116"/>
            <a:ext cx="216000" cy="216000"/>
            <a:chOff x="9132719" y="5931213"/>
            <a:chExt cx="216000" cy="216000"/>
          </a:xfrm>
        </p:grpSpPr>
        <p:sp>
          <p:nvSpPr>
            <p:cNvPr id="1210" name="椭圆 1209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13" name="直接连接符 1212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直接连接符 1214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9" name="文本框 1218"/>
          <p:cNvSpPr txBox="1"/>
          <p:nvPr/>
        </p:nvSpPr>
        <p:spPr>
          <a:xfrm>
            <a:off x="9857216" y="5872231"/>
            <a:ext cx="768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</a:t>
            </a:r>
            <a:endParaRPr lang="zh-CN" altLang="en-US" dirty="0"/>
          </a:p>
        </p:txBody>
      </p:sp>
      <p:grpSp>
        <p:nvGrpSpPr>
          <p:cNvPr id="1220" name="组合 1219"/>
          <p:cNvGrpSpPr/>
          <p:nvPr/>
        </p:nvGrpSpPr>
        <p:grpSpPr>
          <a:xfrm>
            <a:off x="10563871" y="5927735"/>
            <a:ext cx="216000" cy="216000"/>
            <a:chOff x="9132719" y="5931213"/>
            <a:chExt cx="216000" cy="216000"/>
          </a:xfrm>
        </p:grpSpPr>
        <p:sp>
          <p:nvSpPr>
            <p:cNvPr id="1221" name="椭圆 1220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2" name="直接连接符 1221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直接连接符 1222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4" name="文本框 1223"/>
          <p:cNvSpPr txBox="1"/>
          <p:nvPr/>
        </p:nvSpPr>
        <p:spPr>
          <a:xfrm>
            <a:off x="10739866" y="5873225"/>
            <a:ext cx="706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endParaRPr lang="zh-CN" altLang="en-US" dirty="0"/>
          </a:p>
        </p:txBody>
      </p:sp>
      <p:grpSp>
        <p:nvGrpSpPr>
          <p:cNvPr id="1225" name="组合 1224"/>
          <p:cNvGrpSpPr/>
          <p:nvPr/>
        </p:nvGrpSpPr>
        <p:grpSpPr>
          <a:xfrm>
            <a:off x="11388623" y="5922816"/>
            <a:ext cx="216000" cy="216000"/>
            <a:chOff x="9132719" y="5931213"/>
            <a:chExt cx="216000" cy="216000"/>
          </a:xfrm>
        </p:grpSpPr>
        <p:sp>
          <p:nvSpPr>
            <p:cNvPr id="1226" name="椭圆 1225"/>
            <p:cNvSpPr/>
            <p:nvPr/>
          </p:nvSpPr>
          <p:spPr>
            <a:xfrm>
              <a:off x="9132719" y="5931213"/>
              <a:ext cx="216000" cy="216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7" name="直接连接符 1226"/>
            <p:cNvCxnSpPr/>
            <p:nvPr/>
          </p:nvCxnSpPr>
          <p:spPr>
            <a:xfrm>
              <a:off x="9150561" y="6037729"/>
              <a:ext cx="1781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直接连接符 1227"/>
            <p:cNvCxnSpPr/>
            <p:nvPr/>
          </p:nvCxnSpPr>
          <p:spPr>
            <a:xfrm flipV="1">
              <a:off x="9240020" y="5947896"/>
              <a:ext cx="0" cy="1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1" name="文本框 1230"/>
          <p:cNvSpPr txBox="1"/>
          <p:nvPr/>
        </p:nvSpPr>
        <p:spPr>
          <a:xfrm>
            <a:off x="11450324" y="5859531"/>
            <a:ext cx="945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lang="zh-CN" altLang="en-US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2" name="图形 509" descr="上一步 纯色填充"/>
          <p:cNvSpPr/>
          <p:nvPr/>
        </p:nvSpPr>
        <p:spPr>
          <a:xfrm rot="1475995" flipV="1">
            <a:off x="8980079" y="6205215"/>
            <a:ext cx="387137" cy="312455"/>
          </a:xfrm>
          <a:custGeom>
            <a:avLst/>
            <a:gdLst>
              <a:gd name="csX0" fmla="*/ 387138 w 387137"/>
              <a:gd name="csY0" fmla="*/ 127100 h 312455"/>
              <a:gd name="csX1" fmla="*/ 248735 w 387137"/>
              <a:gd name="csY1" fmla="*/ 0 h 312455"/>
              <a:gd name="csX2" fmla="*/ 248735 w 387137"/>
              <a:gd name="csY2" fmla="*/ 74141 h 312455"/>
              <a:gd name="csX3" fmla="*/ 0 w 387137"/>
              <a:gd name="csY3" fmla="*/ 312455 h 312455"/>
              <a:gd name="csX4" fmla="*/ 248735 w 387137"/>
              <a:gd name="csY4" fmla="*/ 185355 h 312455"/>
              <a:gd name="csX5" fmla="*/ 248735 w 387137"/>
              <a:gd name="csY5" fmla="*/ 254201 h 312455"/>
              <a:gd name="csX6" fmla="*/ 387138 w 387137"/>
              <a:gd name="csY6" fmla="*/ 127100 h 3124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7137" h="312455" extrusionOk="0">
                <a:moveTo>
                  <a:pt x="387138" y="127100"/>
                </a:moveTo>
                <a:cubicBezTo>
                  <a:pt x="327832" y="102491"/>
                  <a:pt x="295384" y="30071"/>
                  <a:pt x="248735" y="0"/>
                </a:cubicBezTo>
                <a:cubicBezTo>
                  <a:pt x="255728" y="23446"/>
                  <a:pt x="244212" y="58731"/>
                  <a:pt x="248735" y="74141"/>
                </a:cubicBezTo>
                <a:cubicBezTo>
                  <a:pt x="36294" y="76259"/>
                  <a:pt x="1" y="312455"/>
                  <a:pt x="0" y="312455"/>
                </a:cubicBezTo>
                <a:cubicBezTo>
                  <a:pt x="-26091" y="340180"/>
                  <a:pt x="83140" y="188503"/>
                  <a:pt x="248735" y="185355"/>
                </a:cubicBezTo>
                <a:cubicBezTo>
                  <a:pt x="254208" y="214376"/>
                  <a:pt x="246001" y="220345"/>
                  <a:pt x="248735" y="254201"/>
                </a:cubicBezTo>
                <a:cubicBezTo>
                  <a:pt x="301902" y="203570"/>
                  <a:pt x="353172" y="160148"/>
                  <a:pt x="387138" y="127100"/>
                </a:cubicBezTo>
                <a:close/>
              </a:path>
            </a:pathLst>
          </a:custGeom>
          <a:noFill/>
          <a:ln w="25400" cap="flat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" name="文本框 1232"/>
          <p:cNvSpPr txBox="1"/>
          <p:nvPr/>
        </p:nvSpPr>
        <p:spPr>
          <a:xfrm>
            <a:off x="8761407" y="6478176"/>
            <a:ext cx="1078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34" name="立方体 1233"/>
          <p:cNvSpPr/>
          <p:nvPr/>
        </p:nvSpPr>
        <p:spPr>
          <a:xfrm>
            <a:off x="-444965" y="-136993"/>
            <a:ext cx="13091986" cy="1885139"/>
          </a:xfrm>
          <a:custGeom>
            <a:avLst/>
            <a:gdLst>
              <a:gd name="csX0" fmla="*/ 0 w 13091986"/>
              <a:gd name="csY0" fmla="*/ 24978 h 1885139"/>
              <a:gd name="csX1" fmla="*/ 949077 w 13091986"/>
              <a:gd name="csY1" fmla="*/ 24978 h 1885139"/>
              <a:gd name="csX2" fmla="*/ 1375475 w 13091986"/>
              <a:gd name="csY2" fmla="*/ 24978 h 1885139"/>
              <a:gd name="csX3" fmla="*/ 2063212 w 13091986"/>
              <a:gd name="csY3" fmla="*/ 24978 h 1885139"/>
              <a:gd name="csX4" fmla="*/ 2750949 w 13091986"/>
              <a:gd name="csY4" fmla="*/ 24978 h 1885139"/>
              <a:gd name="csX5" fmla="*/ 3046676 w 13091986"/>
              <a:gd name="csY5" fmla="*/ 24978 h 1885139"/>
              <a:gd name="csX6" fmla="*/ 3734413 w 13091986"/>
              <a:gd name="csY6" fmla="*/ 24978 h 1885139"/>
              <a:gd name="csX7" fmla="*/ 4291481 w 13091986"/>
              <a:gd name="csY7" fmla="*/ 24978 h 1885139"/>
              <a:gd name="csX8" fmla="*/ 5240558 w 13091986"/>
              <a:gd name="csY8" fmla="*/ 24978 h 1885139"/>
              <a:gd name="csX9" fmla="*/ 6189635 w 13091986"/>
              <a:gd name="csY9" fmla="*/ 24978 h 1885139"/>
              <a:gd name="csX10" fmla="*/ 6746703 w 13091986"/>
              <a:gd name="csY10" fmla="*/ 24978 h 1885139"/>
              <a:gd name="csX11" fmla="*/ 7695780 w 13091986"/>
              <a:gd name="csY11" fmla="*/ 24978 h 1885139"/>
              <a:gd name="csX12" fmla="*/ 8383517 w 13091986"/>
              <a:gd name="csY12" fmla="*/ 24978 h 1885139"/>
              <a:gd name="csX13" fmla="*/ 8940584 w 13091986"/>
              <a:gd name="csY13" fmla="*/ 24978 h 1885139"/>
              <a:gd name="csX14" fmla="*/ 9628322 w 13091986"/>
              <a:gd name="csY14" fmla="*/ 24978 h 1885139"/>
              <a:gd name="csX15" fmla="*/ 9924049 w 13091986"/>
              <a:gd name="csY15" fmla="*/ 24978 h 1885139"/>
              <a:gd name="csX16" fmla="*/ 10219776 w 13091986"/>
              <a:gd name="csY16" fmla="*/ 24978 h 1885139"/>
              <a:gd name="csX17" fmla="*/ 11168853 w 13091986"/>
              <a:gd name="csY17" fmla="*/ 24978 h 1885139"/>
              <a:gd name="csX18" fmla="*/ 11725920 w 13091986"/>
              <a:gd name="csY18" fmla="*/ 24978 h 1885139"/>
              <a:gd name="csX19" fmla="*/ 12413658 w 13091986"/>
              <a:gd name="csY19" fmla="*/ 24978 h 1885139"/>
              <a:gd name="csX20" fmla="*/ 13067008 w 13091986"/>
              <a:gd name="csY20" fmla="*/ 24978 h 1885139"/>
              <a:gd name="csX21" fmla="*/ 13067008 w 13091986"/>
              <a:gd name="csY21" fmla="*/ 626430 h 1885139"/>
              <a:gd name="csX22" fmla="*/ 13067008 w 13091986"/>
              <a:gd name="csY22" fmla="*/ 1190679 h 1885139"/>
              <a:gd name="csX23" fmla="*/ 13067008 w 13091986"/>
              <a:gd name="csY23" fmla="*/ 1885139 h 1885139"/>
              <a:gd name="csX24" fmla="*/ 12509941 w 13091986"/>
              <a:gd name="csY24" fmla="*/ 1885139 h 1885139"/>
              <a:gd name="csX25" fmla="*/ 11560863 w 13091986"/>
              <a:gd name="csY25" fmla="*/ 1885139 h 1885139"/>
              <a:gd name="csX26" fmla="*/ 10611786 w 13091986"/>
              <a:gd name="csY26" fmla="*/ 1885139 h 1885139"/>
              <a:gd name="csX27" fmla="*/ 10185389 w 13091986"/>
              <a:gd name="csY27" fmla="*/ 1885139 h 1885139"/>
              <a:gd name="csX28" fmla="*/ 9889662 w 13091986"/>
              <a:gd name="csY28" fmla="*/ 1885139 h 1885139"/>
              <a:gd name="csX29" fmla="*/ 9201925 w 13091986"/>
              <a:gd name="csY29" fmla="*/ 1885139 h 1885139"/>
              <a:gd name="csX30" fmla="*/ 8644857 w 13091986"/>
              <a:gd name="csY30" fmla="*/ 1885139 h 1885139"/>
              <a:gd name="csX31" fmla="*/ 8349130 w 13091986"/>
              <a:gd name="csY31" fmla="*/ 1885139 h 1885139"/>
              <a:gd name="csX32" fmla="*/ 7661393 w 13091986"/>
              <a:gd name="csY32" fmla="*/ 1885139 h 1885139"/>
              <a:gd name="csX33" fmla="*/ 7104326 w 13091986"/>
              <a:gd name="csY33" fmla="*/ 1885139 h 1885139"/>
              <a:gd name="csX34" fmla="*/ 6677929 w 13091986"/>
              <a:gd name="csY34" fmla="*/ 1885139 h 1885139"/>
              <a:gd name="csX35" fmla="*/ 5859521 w 13091986"/>
              <a:gd name="csY35" fmla="*/ 1885139 h 1885139"/>
              <a:gd name="csX36" fmla="*/ 4910444 w 13091986"/>
              <a:gd name="csY36" fmla="*/ 1885139 h 1885139"/>
              <a:gd name="csX37" fmla="*/ 4353377 w 13091986"/>
              <a:gd name="csY37" fmla="*/ 1885139 h 1885139"/>
              <a:gd name="csX38" fmla="*/ 3796310 w 13091986"/>
              <a:gd name="csY38" fmla="*/ 1885139 h 1885139"/>
              <a:gd name="csX39" fmla="*/ 3369913 w 13091986"/>
              <a:gd name="csY39" fmla="*/ 1885139 h 1885139"/>
              <a:gd name="csX40" fmla="*/ 2551505 w 13091986"/>
              <a:gd name="csY40" fmla="*/ 1885139 h 1885139"/>
              <a:gd name="csX41" fmla="*/ 2255778 w 13091986"/>
              <a:gd name="csY41" fmla="*/ 1885139 h 1885139"/>
              <a:gd name="csX42" fmla="*/ 1698711 w 13091986"/>
              <a:gd name="csY42" fmla="*/ 1885139 h 1885139"/>
              <a:gd name="csX43" fmla="*/ 1141644 w 13091986"/>
              <a:gd name="csY43" fmla="*/ 1885139 h 1885139"/>
              <a:gd name="csX44" fmla="*/ 0 w 13091986"/>
              <a:gd name="csY44" fmla="*/ 1885139 h 1885139"/>
              <a:gd name="csX45" fmla="*/ 0 w 13091986"/>
              <a:gd name="csY45" fmla="*/ 1302289 h 1885139"/>
              <a:gd name="csX46" fmla="*/ 0 w 13091986"/>
              <a:gd name="csY46" fmla="*/ 738040 h 1885139"/>
              <a:gd name="csX47" fmla="*/ 0 w 13091986"/>
              <a:gd name="csY47" fmla="*/ 24978 h 1885139"/>
              <a:gd name="csX0-1" fmla="*/ 13067008 w 13091986"/>
              <a:gd name="csY0-2" fmla="*/ 24978 h 1885139"/>
              <a:gd name="csX1-3" fmla="*/ 13091986 w 13091986"/>
              <a:gd name="csY1-4" fmla="*/ 0 h 1885139"/>
              <a:gd name="csX2-5" fmla="*/ 13091986 w 13091986"/>
              <a:gd name="csY2-6" fmla="*/ 657257 h 1885139"/>
              <a:gd name="csX3-7" fmla="*/ 13091986 w 13091986"/>
              <a:gd name="csY3-8" fmla="*/ 1221506 h 1885139"/>
              <a:gd name="csX4-9" fmla="*/ 13091986 w 13091986"/>
              <a:gd name="csY4-10" fmla="*/ 1860161 h 1885139"/>
              <a:gd name="csX5-11" fmla="*/ 13067008 w 13091986"/>
              <a:gd name="csY5-12" fmla="*/ 1885139 h 1885139"/>
              <a:gd name="csX6-13" fmla="*/ 13067008 w 13091986"/>
              <a:gd name="csY6-14" fmla="*/ 1320890 h 1885139"/>
              <a:gd name="csX7-15" fmla="*/ 13067008 w 13091986"/>
              <a:gd name="csY7-16" fmla="*/ 663633 h 1885139"/>
              <a:gd name="csX8-17" fmla="*/ 13067008 w 13091986"/>
              <a:gd name="csY8-18" fmla="*/ 24978 h 1885139"/>
              <a:gd name="csX0-19" fmla="*/ 0 w 13091986"/>
              <a:gd name="csY0-20" fmla="*/ 24978 h 1885139"/>
              <a:gd name="csX1-21" fmla="*/ 24978 w 13091986"/>
              <a:gd name="csY1-22" fmla="*/ 0 h 1885139"/>
              <a:gd name="csX2-23" fmla="*/ 582045 w 13091986"/>
              <a:gd name="csY2-24" fmla="*/ 0 h 1885139"/>
              <a:gd name="csX3-25" fmla="*/ 877772 w 13091986"/>
              <a:gd name="csY3-26" fmla="*/ 0 h 1885139"/>
              <a:gd name="csX4-27" fmla="*/ 1434839 w 13091986"/>
              <a:gd name="csY4-28" fmla="*/ 0 h 1885139"/>
              <a:gd name="csX5-29" fmla="*/ 2383917 w 13091986"/>
              <a:gd name="csY5-30" fmla="*/ 0 h 1885139"/>
              <a:gd name="csX6-31" fmla="*/ 3332994 w 13091986"/>
              <a:gd name="csY6-32" fmla="*/ 0 h 1885139"/>
              <a:gd name="csX7-33" fmla="*/ 3890061 w 13091986"/>
              <a:gd name="csY7-34" fmla="*/ 0 h 1885139"/>
              <a:gd name="csX8-35" fmla="*/ 4185788 w 13091986"/>
              <a:gd name="csY8-36" fmla="*/ 0 h 1885139"/>
              <a:gd name="csX9-37" fmla="*/ 4481515 w 13091986"/>
              <a:gd name="csY9-38" fmla="*/ 0 h 1885139"/>
              <a:gd name="csX10-39" fmla="*/ 5430593 w 13091986"/>
              <a:gd name="csY10-40" fmla="*/ 0 h 1885139"/>
              <a:gd name="csX11-41" fmla="*/ 6118330 w 13091986"/>
              <a:gd name="csY11-42" fmla="*/ 0 h 1885139"/>
              <a:gd name="csX12-43" fmla="*/ 6544727 w 13091986"/>
              <a:gd name="csY12-44" fmla="*/ 0 h 1885139"/>
              <a:gd name="csX13-45" fmla="*/ 6840454 w 13091986"/>
              <a:gd name="csY13-46" fmla="*/ 0 h 1885139"/>
              <a:gd name="csX14-47" fmla="*/ 7528192 w 13091986"/>
              <a:gd name="csY14-48" fmla="*/ 0 h 1885139"/>
              <a:gd name="csX15-49" fmla="*/ 8477269 w 13091986"/>
              <a:gd name="csY15-50" fmla="*/ 0 h 1885139"/>
              <a:gd name="csX16-51" fmla="*/ 9165006 w 13091986"/>
              <a:gd name="csY16-52" fmla="*/ 0 h 1885139"/>
              <a:gd name="csX17-53" fmla="*/ 9983414 w 13091986"/>
              <a:gd name="csY17-54" fmla="*/ 0 h 1885139"/>
              <a:gd name="csX18-55" fmla="*/ 10932491 w 13091986"/>
              <a:gd name="csY18-56" fmla="*/ 0 h 1885139"/>
              <a:gd name="csX19-57" fmla="*/ 11750898 w 13091986"/>
              <a:gd name="csY19-58" fmla="*/ 0 h 1885139"/>
              <a:gd name="csX20-59" fmla="*/ 12046625 w 13091986"/>
              <a:gd name="csY20-60" fmla="*/ 0 h 1885139"/>
              <a:gd name="csX21-61" fmla="*/ 12342352 w 13091986"/>
              <a:gd name="csY21-62" fmla="*/ 0 h 1885139"/>
              <a:gd name="csX22-63" fmla="*/ 13091986 w 13091986"/>
              <a:gd name="csY22-64" fmla="*/ 0 h 1885139"/>
              <a:gd name="csX23-65" fmla="*/ 13067008 w 13091986"/>
              <a:gd name="csY23-66" fmla="*/ 24978 h 1885139"/>
              <a:gd name="csX24-67" fmla="*/ 12509941 w 13091986"/>
              <a:gd name="csY24-68" fmla="*/ 24978 h 1885139"/>
              <a:gd name="csX25-69" fmla="*/ 11952874 w 13091986"/>
              <a:gd name="csY25-70" fmla="*/ 24978 h 1885139"/>
              <a:gd name="csX26-71" fmla="*/ 11003796 w 13091986"/>
              <a:gd name="csY26-72" fmla="*/ 24978 h 1885139"/>
              <a:gd name="csX27-73" fmla="*/ 10316059 w 13091986"/>
              <a:gd name="csY27-74" fmla="*/ 24978 h 1885139"/>
              <a:gd name="csX28-75" fmla="*/ 9889662 w 13091986"/>
              <a:gd name="csY28-76" fmla="*/ 24978 h 1885139"/>
              <a:gd name="csX29-77" fmla="*/ 9201925 w 13091986"/>
              <a:gd name="csY29-78" fmla="*/ 24978 h 1885139"/>
              <a:gd name="csX30-79" fmla="*/ 8906198 w 13091986"/>
              <a:gd name="csY30-80" fmla="*/ 24978 h 1885139"/>
              <a:gd name="csX31-81" fmla="*/ 8349130 w 13091986"/>
              <a:gd name="csY31-82" fmla="*/ 24978 h 1885139"/>
              <a:gd name="csX32-83" fmla="*/ 7530723 w 13091986"/>
              <a:gd name="csY32-84" fmla="*/ 24978 h 1885139"/>
              <a:gd name="csX33-85" fmla="*/ 7234996 w 13091986"/>
              <a:gd name="csY33-86" fmla="*/ 24978 h 1885139"/>
              <a:gd name="csX34-87" fmla="*/ 6808599 w 13091986"/>
              <a:gd name="csY34-88" fmla="*/ 24978 h 1885139"/>
              <a:gd name="csX35-89" fmla="*/ 6120862 w 13091986"/>
              <a:gd name="csY35-90" fmla="*/ 24978 h 1885139"/>
              <a:gd name="csX36-91" fmla="*/ 5563794 w 13091986"/>
              <a:gd name="csY36-92" fmla="*/ 24978 h 1885139"/>
              <a:gd name="csX37-93" fmla="*/ 5137397 w 13091986"/>
              <a:gd name="csY37-94" fmla="*/ 24978 h 1885139"/>
              <a:gd name="csX38-95" fmla="*/ 4318990 w 13091986"/>
              <a:gd name="csY38-96" fmla="*/ 24978 h 1885139"/>
              <a:gd name="csX39-97" fmla="*/ 4023263 w 13091986"/>
              <a:gd name="csY39-98" fmla="*/ 24978 h 1885139"/>
              <a:gd name="csX40-99" fmla="*/ 3204856 w 13091986"/>
              <a:gd name="csY40-100" fmla="*/ 24978 h 1885139"/>
              <a:gd name="csX41-101" fmla="*/ 2778459 w 13091986"/>
              <a:gd name="csY41-102" fmla="*/ 24978 h 1885139"/>
              <a:gd name="csX42-103" fmla="*/ 1960051 w 13091986"/>
              <a:gd name="csY42-104" fmla="*/ 24978 h 1885139"/>
              <a:gd name="csX43-105" fmla="*/ 1402984 w 13091986"/>
              <a:gd name="csY43-106" fmla="*/ 24978 h 1885139"/>
              <a:gd name="csX44-107" fmla="*/ 584577 w 13091986"/>
              <a:gd name="csY44-108" fmla="*/ 24978 h 1885139"/>
              <a:gd name="csX45-109" fmla="*/ 0 w 13091986"/>
              <a:gd name="csY45-110" fmla="*/ 24978 h 1885139"/>
              <a:gd name="csX0-111" fmla="*/ 0 w 13091986"/>
              <a:gd name="csY0-112" fmla="*/ 24978 h 1885139"/>
              <a:gd name="csX1-113" fmla="*/ 24978 w 13091986"/>
              <a:gd name="csY1-114" fmla="*/ 0 h 1885139"/>
              <a:gd name="csX2-115" fmla="*/ 712715 w 13091986"/>
              <a:gd name="csY2-116" fmla="*/ 0 h 1885139"/>
              <a:gd name="csX3-117" fmla="*/ 1531123 w 13091986"/>
              <a:gd name="csY3-118" fmla="*/ 0 h 1885139"/>
              <a:gd name="csX4-119" fmla="*/ 2349530 w 13091986"/>
              <a:gd name="csY4-120" fmla="*/ 0 h 1885139"/>
              <a:gd name="csX5-121" fmla="*/ 2906597 w 13091986"/>
              <a:gd name="csY5-122" fmla="*/ 0 h 1885139"/>
              <a:gd name="csX6-123" fmla="*/ 3463664 w 13091986"/>
              <a:gd name="csY6-124" fmla="*/ 0 h 1885139"/>
              <a:gd name="csX7-125" fmla="*/ 3759391 w 13091986"/>
              <a:gd name="csY7-126" fmla="*/ 0 h 1885139"/>
              <a:gd name="csX8-127" fmla="*/ 4708469 w 13091986"/>
              <a:gd name="csY8-128" fmla="*/ 0 h 1885139"/>
              <a:gd name="csX9-129" fmla="*/ 5134866 w 13091986"/>
              <a:gd name="csY9-130" fmla="*/ 0 h 1885139"/>
              <a:gd name="csX10-131" fmla="*/ 5691933 w 13091986"/>
              <a:gd name="csY10-132" fmla="*/ 0 h 1885139"/>
              <a:gd name="csX11-133" fmla="*/ 5987660 w 13091986"/>
              <a:gd name="csY11-134" fmla="*/ 0 h 1885139"/>
              <a:gd name="csX12-135" fmla="*/ 6675397 w 13091986"/>
              <a:gd name="csY12-136" fmla="*/ 0 h 1885139"/>
              <a:gd name="csX13-137" fmla="*/ 7624475 w 13091986"/>
              <a:gd name="csY13-138" fmla="*/ 0 h 1885139"/>
              <a:gd name="csX14-139" fmla="*/ 8050872 w 13091986"/>
              <a:gd name="csY14-140" fmla="*/ 0 h 1885139"/>
              <a:gd name="csX15-141" fmla="*/ 8346599 w 13091986"/>
              <a:gd name="csY15-142" fmla="*/ 0 h 1885139"/>
              <a:gd name="csX16-143" fmla="*/ 8642326 w 13091986"/>
              <a:gd name="csY16-144" fmla="*/ 0 h 1885139"/>
              <a:gd name="csX17-145" fmla="*/ 9330063 w 13091986"/>
              <a:gd name="csY17-146" fmla="*/ 0 h 1885139"/>
              <a:gd name="csX18-147" fmla="*/ 9625790 w 13091986"/>
              <a:gd name="csY18-148" fmla="*/ 0 h 1885139"/>
              <a:gd name="csX19-149" fmla="*/ 10313527 w 13091986"/>
              <a:gd name="csY19-150" fmla="*/ 0 h 1885139"/>
              <a:gd name="csX20-151" fmla="*/ 11262605 w 13091986"/>
              <a:gd name="csY20-152" fmla="*/ 0 h 1885139"/>
              <a:gd name="csX21-153" fmla="*/ 12081012 w 13091986"/>
              <a:gd name="csY21-154" fmla="*/ 0 h 1885139"/>
              <a:gd name="csX22-155" fmla="*/ 13091986 w 13091986"/>
              <a:gd name="csY22-156" fmla="*/ 0 h 1885139"/>
              <a:gd name="csX23-157" fmla="*/ 13091986 w 13091986"/>
              <a:gd name="csY23-158" fmla="*/ 620054 h 1885139"/>
              <a:gd name="csX24-159" fmla="*/ 13091986 w 13091986"/>
              <a:gd name="csY24-160" fmla="*/ 1184303 h 1885139"/>
              <a:gd name="csX25-161" fmla="*/ 13091986 w 13091986"/>
              <a:gd name="csY25-162" fmla="*/ 1860161 h 1885139"/>
              <a:gd name="csX26-163" fmla="*/ 13067008 w 13091986"/>
              <a:gd name="csY26-164" fmla="*/ 1885139 h 1885139"/>
              <a:gd name="csX27-165" fmla="*/ 12640611 w 13091986"/>
              <a:gd name="csY27-166" fmla="*/ 1885139 h 1885139"/>
              <a:gd name="csX28-167" fmla="*/ 12214214 w 13091986"/>
              <a:gd name="csY28-168" fmla="*/ 1885139 h 1885139"/>
              <a:gd name="csX29-169" fmla="*/ 11657147 w 13091986"/>
              <a:gd name="csY29-170" fmla="*/ 1885139 h 1885139"/>
              <a:gd name="csX30-171" fmla="*/ 10838739 w 13091986"/>
              <a:gd name="csY30-172" fmla="*/ 1885139 h 1885139"/>
              <a:gd name="csX31-173" fmla="*/ 10281672 w 13091986"/>
              <a:gd name="csY31-174" fmla="*/ 1885139 h 1885139"/>
              <a:gd name="csX32-175" fmla="*/ 9463265 w 13091986"/>
              <a:gd name="csY32-176" fmla="*/ 1885139 h 1885139"/>
              <a:gd name="csX33-177" fmla="*/ 8644857 w 13091986"/>
              <a:gd name="csY33-178" fmla="*/ 1885139 h 1885139"/>
              <a:gd name="csX34-179" fmla="*/ 8349130 w 13091986"/>
              <a:gd name="csY34-180" fmla="*/ 1885139 h 1885139"/>
              <a:gd name="csX35-181" fmla="*/ 7530723 w 13091986"/>
              <a:gd name="csY35-182" fmla="*/ 1885139 h 1885139"/>
              <a:gd name="csX36-183" fmla="*/ 6581646 w 13091986"/>
              <a:gd name="csY36-184" fmla="*/ 1885139 h 1885139"/>
              <a:gd name="csX37-185" fmla="*/ 6155249 w 13091986"/>
              <a:gd name="csY37-186" fmla="*/ 1885139 h 1885139"/>
              <a:gd name="csX38-187" fmla="*/ 5859521 w 13091986"/>
              <a:gd name="csY38-188" fmla="*/ 1885139 h 1885139"/>
              <a:gd name="csX39-189" fmla="*/ 4910444 w 13091986"/>
              <a:gd name="csY39-190" fmla="*/ 1885139 h 1885139"/>
              <a:gd name="csX40-191" fmla="*/ 3961367 w 13091986"/>
              <a:gd name="csY40-192" fmla="*/ 1885139 h 1885139"/>
              <a:gd name="csX41-193" fmla="*/ 3665640 w 13091986"/>
              <a:gd name="csY41-194" fmla="*/ 1885139 h 1885139"/>
              <a:gd name="csX42-195" fmla="*/ 3239243 w 13091986"/>
              <a:gd name="csY42-196" fmla="*/ 1885139 h 1885139"/>
              <a:gd name="csX43-197" fmla="*/ 2551505 w 13091986"/>
              <a:gd name="csY43-198" fmla="*/ 1885139 h 1885139"/>
              <a:gd name="csX44-199" fmla="*/ 1994438 w 13091986"/>
              <a:gd name="csY44-200" fmla="*/ 1885139 h 1885139"/>
              <a:gd name="csX45-201" fmla="*/ 1306701 w 13091986"/>
              <a:gd name="csY45-202" fmla="*/ 1885139 h 1885139"/>
              <a:gd name="csX46-203" fmla="*/ 618964 w 13091986"/>
              <a:gd name="csY46-204" fmla="*/ 1885139 h 1885139"/>
              <a:gd name="csX47-205" fmla="*/ 0 w 13091986"/>
              <a:gd name="csY47-206" fmla="*/ 1885139 h 1885139"/>
              <a:gd name="csX48" fmla="*/ 0 w 13091986"/>
              <a:gd name="csY48" fmla="*/ 1302289 h 1885139"/>
              <a:gd name="csX49" fmla="*/ 0 w 13091986"/>
              <a:gd name="csY49" fmla="*/ 700836 h 1885139"/>
              <a:gd name="csX50" fmla="*/ 0 w 13091986"/>
              <a:gd name="csY50" fmla="*/ 24978 h 1885139"/>
              <a:gd name="csX51" fmla="*/ 0 w 13091986"/>
              <a:gd name="csY51" fmla="*/ 24978 h 1885139"/>
              <a:gd name="csX52" fmla="*/ 426397 w 13091986"/>
              <a:gd name="csY52" fmla="*/ 24978 h 1885139"/>
              <a:gd name="csX53" fmla="*/ 1375475 w 13091986"/>
              <a:gd name="csY53" fmla="*/ 24978 h 1885139"/>
              <a:gd name="csX54" fmla="*/ 1801872 w 13091986"/>
              <a:gd name="csY54" fmla="*/ 24978 h 1885139"/>
              <a:gd name="csX55" fmla="*/ 2358939 w 13091986"/>
              <a:gd name="csY55" fmla="*/ 24978 h 1885139"/>
              <a:gd name="csX56" fmla="*/ 2654666 w 13091986"/>
              <a:gd name="csY56" fmla="*/ 24978 h 1885139"/>
              <a:gd name="csX57" fmla="*/ 3211733 w 13091986"/>
              <a:gd name="csY57" fmla="*/ 24978 h 1885139"/>
              <a:gd name="csX58" fmla="*/ 3768800 w 13091986"/>
              <a:gd name="csY58" fmla="*/ 24978 h 1885139"/>
              <a:gd name="csX59" fmla="*/ 4325867 w 13091986"/>
              <a:gd name="csY59" fmla="*/ 24978 h 1885139"/>
              <a:gd name="csX60" fmla="*/ 4882935 w 13091986"/>
              <a:gd name="csY60" fmla="*/ 24978 h 1885139"/>
              <a:gd name="csX61" fmla="*/ 5440002 w 13091986"/>
              <a:gd name="csY61" fmla="*/ 24978 h 1885139"/>
              <a:gd name="csX62" fmla="*/ 6258409 w 13091986"/>
              <a:gd name="csY62" fmla="*/ 24978 h 1885139"/>
              <a:gd name="csX63" fmla="*/ 6946146 w 13091986"/>
              <a:gd name="csY63" fmla="*/ 24978 h 1885139"/>
              <a:gd name="csX64" fmla="*/ 7241873 w 13091986"/>
              <a:gd name="csY64" fmla="*/ 24978 h 1885139"/>
              <a:gd name="csX65" fmla="*/ 7668270 w 13091986"/>
              <a:gd name="csY65" fmla="*/ 24978 h 1885139"/>
              <a:gd name="csX66" fmla="*/ 8225338 w 13091986"/>
              <a:gd name="csY66" fmla="*/ 24978 h 1885139"/>
              <a:gd name="csX67" fmla="*/ 9174415 w 13091986"/>
              <a:gd name="csY67" fmla="*/ 24978 h 1885139"/>
              <a:gd name="csX68" fmla="*/ 9992822 w 13091986"/>
              <a:gd name="csY68" fmla="*/ 24978 h 1885139"/>
              <a:gd name="csX69" fmla="*/ 10941900 w 13091986"/>
              <a:gd name="csY69" fmla="*/ 24978 h 1885139"/>
              <a:gd name="csX70" fmla="*/ 11629637 w 13091986"/>
              <a:gd name="csY70" fmla="*/ 24978 h 1885139"/>
              <a:gd name="csX71" fmla="*/ 13067008 w 13091986"/>
              <a:gd name="csY71" fmla="*/ 24978 h 1885139"/>
              <a:gd name="csX72" fmla="*/ 13091986 w 13091986"/>
              <a:gd name="csY72" fmla="*/ 0 h 1885139"/>
              <a:gd name="csX73" fmla="*/ 13067008 w 13091986"/>
              <a:gd name="csY73" fmla="*/ 24978 h 1885139"/>
              <a:gd name="csX74" fmla="*/ 13067008 w 13091986"/>
              <a:gd name="csY74" fmla="*/ 589227 h 1885139"/>
              <a:gd name="csX75" fmla="*/ 13067008 w 13091986"/>
              <a:gd name="csY75" fmla="*/ 1190679 h 1885139"/>
              <a:gd name="csX76" fmla="*/ 13067008 w 13091986"/>
              <a:gd name="csY76" fmla="*/ 1885139 h 1885139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  <a:cxn ang="0">
                <a:pos x="csX4-9" y="csY4-10"/>
              </a:cxn>
              <a:cxn ang="0">
                <a:pos x="csX5-11" y="csY5-12"/>
              </a:cxn>
              <a:cxn ang="0">
                <a:pos x="csX6-13" y="csY6-14"/>
              </a:cxn>
              <a:cxn ang="0">
                <a:pos x="csX7-15" y="csY7-16"/>
              </a:cxn>
              <a:cxn ang="0">
                <a:pos x="csX8-17" y="csY8-18"/>
              </a:cxn>
              <a:cxn ang="0">
                <a:pos x="csX9-37" y="csY9-38"/>
              </a:cxn>
              <a:cxn ang="0">
                <a:pos x="csX10-39" y="csY10-40"/>
              </a:cxn>
              <a:cxn ang="0">
                <a:pos x="csX11-41" y="csY11-42"/>
              </a:cxn>
              <a:cxn ang="0">
                <a:pos x="csX12-43" y="csY12-44"/>
              </a:cxn>
              <a:cxn ang="0">
                <a:pos x="csX13-45" y="csY13-46"/>
              </a:cxn>
              <a:cxn ang="0">
                <a:pos x="csX14-47" y="csY14-48"/>
              </a:cxn>
              <a:cxn ang="0">
                <a:pos x="csX15-49" y="csY15-50"/>
              </a:cxn>
              <a:cxn ang="0">
                <a:pos x="csX16-51" y="csY16-52"/>
              </a:cxn>
              <a:cxn ang="0">
                <a:pos x="csX17-53" y="csY17-54"/>
              </a:cxn>
              <a:cxn ang="0">
                <a:pos x="csX18-55" y="csY18-56"/>
              </a:cxn>
              <a:cxn ang="0">
                <a:pos x="csX19-57" y="csY19-58"/>
              </a:cxn>
              <a:cxn ang="0">
                <a:pos x="csX20-59" y="csY20-60"/>
              </a:cxn>
              <a:cxn ang="0">
                <a:pos x="csX21-61" y="csY21-62"/>
              </a:cxn>
              <a:cxn ang="0">
                <a:pos x="csX22-63" y="csY22-64"/>
              </a:cxn>
              <a:cxn ang="0">
                <a:pos x="csX23-65" y="csY23-66"/>
              </a:cxn>
              <a:cxn ang="0">
                <a:pos x="csX24-67" y="csY24-68"/>
              </a:cxn>
              <a:cxn ang="0">
                <a:pos x="csX25-69" y="csY25-70"/>
              </a:cxn>
              <a:cxn ang="0">
                <a:pos x="csX26-71" y="csY26-72"/>
              </a:cxn>
              <a:cxn ang="0">
                <a:pos x="csX27-73" y="csY27-74"/>
              </a:cxn>
              <a:cxn ang="0">
                <a:pos x="csX28-75" y="csY28-76"/>
              </a:cxn>
              <a:cxn ang="0">
                <a:pos x="csX29-77" y="csY29-78"/>
              </a:cxn>
              <a:cxn ang="0">
                <a:pos x="csX30-79" y="csY30-80"/>
              </a:cxn>
              <a:cxn ang="0">
                <a:pos x="csX31-81" y="csY31-82"/>
              </a:cxn>
              <a:cxn ang="0">
                <a:pos x="csX32-83" y="csY32-84"/>
              </a:cxn>
              <a:cxn ang="0">
                <a:pos x="csX33-85" y="csY33-86"/>
              </a:cxn>
              <a:cxn ang="0">
                <a:pos x="csX34-87" y="csY34-88"/>
              </a:cxn>
              <a:cxn ang="0">
                <a:pos x="csX35-89" y="csY35-90"/>
              </a:cxn>
              <a:cxn ang="0">
                <a:pos x="csX36-91" y="csY36-92"/>
              </a:cxn>
              <a:cxn ang="0">
                <a:pos x="csX37-93" y="csY37-94"/>
              </a:cxn>
              <a:cxn ang="0">
                <a:pos x="csX38-95" y="csY38-96"/>
              </a:cxn>
              <a:cxn ang="0">
                <a:pos x="csX39-97" y="csY39-98"/>
              </a:cxn>
              <a:cxn ang="0">
                <a:pos x="csX40-99" y="csY40-100"/>
              </a:cxn>
              <a:cxn ang="0">
                <a:pos x="csX41-101" y="csY41-102"/>
              </a:cxn>
              <a:cxn ang="0">
                <a:pos x="csX42-103" y="csY42-104"/>
              </a:cxn>
              <a:cxn ang="0">
                <a:pos x="csX43-105" y="csY43-106"/>
              </a:cxn>
              <a:cxn ang="0">
                <a:pos x="csX44-107" y="csY44-108"/>
              </a:cxn>
              <a:cxn ang="0">
                <a:pos x="csX45-109" y="csY45-110"/>
              </a:cxn>
              <a:cxn ang="0">
                <a:pos x="csX46-203" y="csY46-204"/>
              </a:cxn>
              <a:cxn ang="0">
                <a:pos x="csX47-205" y="csY47-206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</a:cxnLst>
            <a:rect l="l" t="t" r="r" b="b"/>
            <a:pathLst>
              <a:path w="13091986" h="1885139" stroke="0" extrusionOk="0">
                <a:moveTo>
                  <a:pt x="0" y="24978"/>
                </a:moveTo>
                <a:cubicBezTo>
                  <a:pt x="316471" y="7478"/>
                  <a:pt x="616182" y="21841"/>
                  <a:pt x="949077" y="24978"/>
                </a:cubicBezTo>
                <a:cubicBezTo>
                  <a:pt x="1281972" y="28115"/>
                  <a:pt x="1174736" y="29311"/>
                  <a:pt x="1375475" y="24978"/>
                </a:cubicBezTo>
                <a:cubicBezTo>
                  <a:pt x="1576214" y="20645"/>
                  <a:pt x="1732912" y="17347"/>
                  <a:pt x="2063212" y="24978"/>
                </a:cubicBezTo>
                <a:cubicBezTo>
                  <a:pt x="2393512" y="32609"/>
                  <a:pt x="2608201" y="1072"/>
                  <a:pt x="2750949" y="24978"/>
                </a:cubicBezTo>
                <a:cubicBezTo>
                  <a:pt x="2893697" y="48884"/>
                  <a:pt x="2925808" y="20316"/>
                  <a:pt x="3046676" y="24978"/>
                </a:cubicBezTo>
                <a:cubicBezTo>
                  <a:pt x="3167544" y="29640"/>
                  <a:pt x="3494647" y="53075"/>
                  <a:pt x="3734413" y="24978"/>
                </a:cubicBezTo>
                <a:cubicBezTo>
                  <a:pt x="3974179" y="-3119"/>
                  <a:pt x="4060222" y="18404"/>
                  <a:pt x="4291481" y="24978"/>
                </a:cubicBezTo>
                <a:cubicBezTo>
                  <a:pt x="4522740" y="31552"/>
                  <a:pt x="4987831" y="11451"/>
                  <a:pt x="5240558" y="24978"/>
                </a:cubicBezTo>
                <a:cubicBezTo>
                  <a:pt x="5493285" y="38505"/>
                  <a:pt x="5781229" y="51150"/>
                  <a:pt x="6189635" y="24978"/>
                </a:cubicBezTo>
                <a:cubicBezTo>
                  <a:pt x="6598041" y="-1194"/>
                  <a:pt x="6549362" y="9538"/>
                  <a:pt x="6746703" y="24978"/>
                </a:cubicBezTo>
                <a:cubicBezTo>
                  <a:pt x="6944044" y="40418"/>
                  <a:pt x="7227514" y="60542"/>
                  <a:pt x="7695780" y="24978"/>
                </a:cubicBezTo>
                <a:cubicBezTo>
                  <a:pt x="8164046" y="-10586"/>
                  <a:pt x="8093898" y="29451"/>
                  <a:pt x="8383517" y="24978"/>
                </a:cubicBezTo>
                <a:cubicBezTo>
                  <a:pt x="8673136" y="20505"/>
                  <a:pt x="8696840" y="21701"/>
                  <a:pt x="8940584" y="24978"/>
                </a:cubicBezTo>
                <a:cubicBezTo>
                  <a:pt x="9184328" y="28255"/>
                  <a:pt x="9329939" y="45475"/>
                  <a:pt x="9628322" y="24978"/>
                </a:cubicBezTo>
                <a:cubicBezTo>
                  <a:pt x="9926705" y="4481"/>
                  <a:pt x="9806683" y="16215"/>
                  <a:pt x="9924049" y="24978"/>
                </a:cubicBezTo>
                <a:cubicBezTo>
                  <a:pt x="10041415" y="33741"/>
                  <a:pt x="10153939" y="21118"/>
                  <a:pt x="10219776" y="24978"/>
                </a:cubicBezTo>
                <a:cubicBezTo>
                  <a:pt x="10285613" y="28838"/>
                  <a:pt x="10815918" y="19616"/>
                  <a:pt x="11168853" y="24978"/>
                </a:cubicBezTo>
                <a:cubicBezTo>
                  <a:pt x="11521788" y="30340"/>
                  <a:pt x="11481780" y="18750"/>
                  <a:pt x="11725920" y="24978"/>
                </a:cubicBezTo>
                <a:cubicBezTo>
                  <a:pt x="11970060" y="31206"/>
                  <a:pt x="12204081" y="13394"/>
                  <a:pt x="12413658" y="24978"/>
                </a:cubicBezTo>
                <a:cubicBezTo>
                  <a:pt x="12623235" y="36562"/>
                  <a:pt x="12931815" y="20921"/>
                  <a:pt x="13067008" y="24978"/>
                </a:cubicBezTo>
                <a:cubicBezTo>
                  <a:pt x="13063585" y="163851"/>
                  <a:pt x="13058020" y="366530"/>
                  <a:pt x="13067008" y="626430"/>
                </a:cubicBezTo>
                <a:cubicBezTo>
                  <a:pt x="13075996" y="886330"/>
                  <a:pt x="13052444" y="1060426"/>
                  <a:pt x="13067008" y="1190679"/>
                </a:cubicBezTo>
                <a:cubicBezTo>
                  <a:pt x="13081572" y="1320932"/>
                  <a:pt x="13061370" y="1674946"/>
                  <a:pt x="13067008" y="1885139"/>
                </a:cubicBezTo>
                <a:cubicBezTo>
                  <a:pt x="12873389" y="1909405"/>
                  <a:pt x="12687340" y="1883870"/>
                  <a:pt x="12509941" y="1885139"/>
                </a:cubicBezTo>
                <a:cubicBezTo>
                  <a:pt x="12332542" y="1886408"/>
                  <a:pt x="11892824" y="1879720"/>
                  <a:pt x="11560863" y="1885139"/>
                </a:cubicBezTo>
                <a:cubicBezTo>
                  <a:pt x="11228902" y="1890558"/>
                  <a:pt x="10963157" y="1863445"/>
                  <a:pt x="10611786" y="1885139"/>
                </a:cubicBezTo>
                <a:cubicBezTo>
                  <a:pt x="10260415" y="1906833"/>
                  <a:pt x="10381486" y="1879443"/>
                  <a:pt x="10185389" y="1885139"/>
                </a:cubicBezTo>
                <a:cubicBezTo>
                  <a:pt x="9989292" y="1890835"/>
                  <a:pt x="10031157" y="1875254"/>
                  <a:pt x="9889662" y="1885139"/>
                </a:cubicBezTo>
                <a:cubicBezTo>
                  <a:pt x="9748167" y="1895024"/>
                  <a:pt x="9481441" y="1908164"/>
                  <a:pt x="9201925" y="1885139"/>
                </a:cubicBezTo>
                <a:cubicBezTo>
                  <a:pt x="8922409" y="1862114"/>
                  <a:pt x="8830264" y="1907393"/>
                  <a:pt x="8644857" y="1885139"/>
                </a:cubicBezTo>
                <a:cubicBezTo>
                  <a:pt x="8459450" y="1862885"/>
                  <a:pt x="8468417" y="1888111"/>
                  <a:pt x="8349130" y="1885139"/>
                </a:cubicBezTo>
                <a:cubicBezTo>
                  <a:pt x="8229843" y="1882167"/>
                  <a:pt x="7982188" y="1896657"/>
                  <a:pt x="7661393" y="1885139"/>
                </a:cubicBezTo>
                <a:cubicBezTo>
                  <a:pt x="7340598" y="1873621"/>
                  <a:pt x="7286901" y="1905769"/>
                  <a:pt x="7104326" y="1885139"/>
                </a:cubicBezTo>
                <a:cubicBezTo>
                  <a:pt x="6921751" y="1864509"/>
                  <a:pt x="6794023" y="1876775"/>
                  <a:pt x="6677929" y="1885139"/>
                </a:cubicBezTo>
                <a:cubicBezTo>
                  <a:pt x="6561835" y="1893503"/>
                  <a:pt x="6191705" y="1915627"/>
                  <a:pt x="5859521" y="1885139"/>
                </a:cubicBezTo>
                <a:cubicBezTo>
                  <a:pt x="5527337" y="1854651"/>
                  <a:pt x="5293756" y="1915682"/>
                  <a:pt x="4910444" y="1885139"/>
                </a:cubicBezTo>
                <a:cubicBezTo>
                  <a:pt x="4527132" y="1854596"/>
                  <a:pt x="4618702" y="1890223"/>
                  <a:pt x="4353377" y="1885139"/>
                </a:cubicBezTo>
                <a:cubicBezTo>
                  <a:pt x="4088052" y="1880055"/>
                  <a:pt x="4045076" y="1904591"/>
                  <a:pt x="3796310" y="1885139"/>
                </a:cubicBezTo>
                <a:cubicBezTo>
                  <a:pt x="3547544" y="1865687"/>
                  <a:pt x="3455605" y="1873370"/>
                  <a:pt x="3369913" y="1885139"/>
                </a:cubicBezTo>
                <a:cubicBezTo>
                  <a:pt x="3284221" y="1896908"/>
                  <a:pt x="2862401" y="1879247"/>
                  <a:pt x="2551505" y="1885139"/>
                </a:cubicBezTo>
                <a:cubicBezTo>
                  <a:pt x="2240609" y="1891031"/>
                  <a:pt x="2354889" y="1895637"/>
                  <a:pt x="2255778" y="1885139"/>
                </a:cubicBezTo>
                <a:cubicBezTo>
                  <a:pt x="2156667" y="1874641"/>
                  <a:pt x="1862179" y="1904066"/>
                  <a:pt x="1698711" y="1885139"/>
                </a:cubicBezTo>
                <a:cubicBezTo>
                  <a:pt x="1535243" y="1866212"/>
                  <a:pt x="1262363" y="1857529"/>
                  <a:pt x="1141644" y="1885139"/>
                </a:cubicBezTo>
                <a:cubicBezTo>
                  <a:pt x="1020925" y="1912749"/>
                  <a:pt x="527645" y="1898878"/>
                  <a:pt x="0" y="1885139"/>
                </a:cubicBezTo>
                <a:cubicBezTo>
                  <a:pt x="-23441" y="1749445"/>
                  <a:pt x="-9356" y="1452458"/>
                  <a:pt x="0" y="1302289"/>
                </a:cubicBezTo>
                <a:cubicBezTo>
                  <a:pt x="9356" y="1152120"/>
                  <a:pt x="14180" y="988378"/>
                  <a:pt x="0" y="738040"/>
                </a:cubicBezTo>
                <a:cubicBezTo>
                  <a:pt x="-14180" y="487702"/>
                  <a:pt x="17870" y="228172"/>
                  <a:pt x="0" y="24978"/>
                </a:cubicBezTo>
                <a:close/>
              </a:path>
              <a:path w="13091986" h="1885139" fill="darkenLess" stroke="0" extrusionOk="0">
                <a:moveTo>
                  <a:pt x="13067008" y="24978"/>
                </a:moveTo>
                <a:cubicBezTo>
                  <a:pt x="13076865" y="14513"/>
                  <a:pt x="13085618" y="4265"/>
                  <a:pt x="13091986" y="0"/>
                </a:cubicBezTo>
                <a:cubicBezTo>
                  <a:pt x="13112732" y="227752"/>
                  <a:pt x="13077818" y="344631"/>
                  <a:pt x="13091986" y="657257"/>
                </a:cubicBezTo>
                <a:cubicBezTo>
                  <a:pt x="13106154" y="969883"/>
                  <a:pt x="13100161" y="1101911"/>
                  <a:pt x="13091986" y="1221506"/>
                </a:cubicBezTo>
                <a:cubicBezTo>
                  <a:pt x="13083811" y="1341101"/>
                  <a:pt x="13060805" y="1591724"/>
                  <a:pt x="13091986" y="1860161"/>
                </a:cubicBezTo>
                <a:cubicBezTo>
                  <a:pt x="13083011" y="1870648"/>
                  <a:pt x="13075718" y="1875954"/>
                  <a:pt x="13067008" y="1885139"/>
                </a:cubicBezTo>
                <a:cubicBezTo>
                  <a:pt x="13069715" y="1671016"/>
                  <a:pt x="13067587" y="1589001"/>
                  <a:pt x="13067008" y="1320890"/>
                </a:cubicBezTo>
                <a:cubicBezTo>
                  <a:pt x="13066429" y="1052779"/>
                  <a:pt x="13082474" y="938473"/>
                  <a:pt x="13067008" y="663633"/>
                </a:cubicBezTo>
                <a:cubicBezTo>
                  <a:pt x="13051542" y="388793"/>
                  <a:pt x="13057985" y="299469"/>
                  <a:pt x="13067008" y="24978"/>
                </a:cubicBezTo>
                <a:close/>
              </a:path>
              <a:path w="13091986" h="1885139" fill="lightenLess" stroke="0" extrusionOk="0">
                <a:moveTo>
                  <a:pt x="0" y="24978"/>
                </a:moveTo>
                <a:cubicBezTo>
                  <a:pt x="10784" y="12585"/>
                  <a:pt x="12191" y="11268"/>
                  <a:pt x="24978" y="0"/>
                </a:cubicBezTo>
                <a:cubicBezTo>
                  <a:pt x="280290" y="19126"/>
                  <a:pt x="449448" y="6362"/>
                  <a:pt x="582045" y="0"/>
                </a:cubicBezTo>
                <a:cubicBezTo>
                  <a:pt x="714642" y="-6362"/>
                  <a:pt x="747889" y="6002"/>
                  <a:pt x="877772" y="0"/>
                </a:cubicBezTo>
                <a:cubicBezTo>
                  <a:pt x="1007655" y="-6002"/>
                  <a:pt x="1307671" y="20408"/>
                  <a:pt x="1434839" y="0"/>
                </a:cubicBezTo>
                <a:cubicBezTo>
                  <a:pt x="1562007" y="-20408"/>
                  <a:pt x="1963236" y="20095"/>
                  <a:pt x="2383917" y="0"/>
                </a:cubicBezTo>
                <a:cubicBezTo>
                  <a:pt x="2804598" y="-20095"/>
                  <a:pt x="2939650" y="-15254"/>
                  <a:pt x="3332994" y="0"/>
                </a:cubicBezTo>
                <a:cubicBezTo>
                  <a:pt x="3726338" y="15254"/>
                  <a:pt x="3673812" y="24473"/>
                  <a:pt x="3890061" y="0"/>
                </a:cubicBezTo>
                <a:cubicBezTo>
                  <a:pt x="4106310" y="-24473"/>
                  <a:pt x="4121933" y="-3032"/>
                  <a:pt x="4185788" y="0"/>
                </a:cubicBezTo>
                <a:cubicBezTo>
                  <a:pt x="4249643" y="3032"/>
                  <a:pt x="4346510" y="-14467"/>
                  <a:pt x="4481515" y="0"/>
                </a:cubicBezTo>
                <a:cubicBezTo>
                  <a:pt x="4616520" y="14467"/>
                  <a:pt x="5032797" y="34312"/>
                  <a:pt x="5430593" y="0"/>
                </a:cubicBezTo>
                <a:cubicBezTo>
                  <a:pt x="5828389" y="-34312"/>
                  <a:pt x="5934214" y="-24242"/>
                  <a:pt x="6118330" y="0"/>
                </a:cubicBezTo>
                <a:cubicBezTo>
                  <a:pt x="6302446" y="24242"/>
                  <a:pt x="6402752" y="9406"/>
                  <a:pt x="6544727" y="0"/>
                </a:cubicBezTo>
                <a:cubicBezTo>
                  <a:pt x="6686702" y="-9406"/>
                  <a:pt x="6757126" y="10524"/>
                  <a:pt x="6840454" y="0"/>
                </a:cubicBezTo>
                <a:cubicBezTo>
                  <a:pt x="6923782" y="-10524"/>
                  <a:pt x="7345939" y="26794"/>
                  <a:pt x="7528192" y="0"/>
                </a:cubicBezTo>
                <a:cubicBezTo>
                  <a:pt x="7710445" y="-26794"/>
                  <a:pt x="8027525" y="-23121"/>
                  <a:pt x="8477269" y="0"/>
                </a:cubicBezTo>
                <a:cubicBezTo>
                  <a:pt x="8927013" y="23121"/>
                  <a:pt x="8829173" y="-9355"/>
                  <a:pt x="9165006" y="0"/>
                </a:cubicBezTo>
                <a:cubicBezTo>
                  <a:pt x="9500839" y="9355"/>
                  <a:pt x="9754642" y="19300"/>
                  <a:pt x="9983414" y="0"/>
                </a:cubicBezTo>
                <a:cubicBezTo>
                  <a:pt x="10212186" y="-19300"/>
                  <a:pt x="10485147" y="11318"/>
                  <a:pt x="10932491" y="0"/>
                </a:cubicBezTo>
                <a:cubicBezTo>
                  <a:pt x="11379835" y="-11318"/>
                  <a:pt x="11417338" y="-5729"/>
                  <a:pt x="11750898" y="0"/>
                </a:cubicBezTo>
                <a:cubicBezTo>
                  <a:pt x="12084458" y="5729"/>
                  <a:pt x="11905656" y="5170"/>
                  <a:pt x="12046625" y="0"/>
                </a:cubicBezTo>
                <a:cubicBezTo>
                  <a:pt x="12187594" y="-5170"/>
                  <a:pt x="12214938" y="-5531"/>
                  <a:pt x="12342352" y="0"/>
                </a:cubicBezTo>
                <a:cubicBezTo>
                  <a:pt x="12469766" y="5531"/>
                  <a:pt x="12738395" y="-18002"/>
                  <a:pt x="13091986" y="0"/>
                </a:cubicBezTo>
                <a:cubicBezTo>
                  <a:pt x="13084967" y="8006"/>
                  <a:pt x="13075370" y="14442"/>
                  <a:pt x="13067008" y="24978"/>
                </a:cubicBezTo>
                <a:cubicBezTo>
                  <a:pt x="12856561" y="-2333"/>
                  <a:pt x="12733240" y="-1530"/>
                  <a:pt x="12509941" y="24978"/>
                </a:cubicBezTo>
                <a:cubicBezTo>
                  <a:pt x="12286642" y="51486"/>
                  <a:pt x="12090989" y="18117"/>
                  <a:pt x="11952874" y="24978"/>
                </a:cubicBezTo>
                <a:cubicBezTo>
                  <a:pt x="11814759" y="31839"/>
                  <a:pt x="11267688" y="22852"/>
                  <a:pt x="11003796" y="24978"/>
                </a:cubicBezTo>
                <a:cubicBezTo>
                  <a:pt x="10739904" y="27104"/>
                  <a:pt x="10593721" y="33605"/>
                  <a:pt x="10316059" y="24978"/>
                </a:cubicBezTo>
                <a:cubicBezTo>
                  <a:pt x="10038397" y="16351"/>
                  <a:pt x="10054501" y="37144"/>
                  <a:pt x="9889662" y="24978"/>
                </a:cubicBezTo>
                <a:cubicBezTo>
                  <a:pt x="9724823" y="12812"/>
                  <a:pt x="9469944" y="-2339"/>
                  <a:pt x="9201925" y="24978"/>
                </a:cubicBezTo>
                <a:cubicBezTo>
                  <a:pt x="8933906" y="52295"/>
                  <a:pt x="9035941" y="38585"/>
                  <a:pt x="8906198" y="24978"/>
                </a:cubicBezTo>
                <a:cubicBezTo>
                  <a:pt x="8776455" y="11371"/>
                  <a:pt x="8623388" y="39330"/>
                  <a:pt x="8349130" y="24978"/>
                </a:cubicBezTo>
                <a:cubicBezTo>
                  <a:pt x="8074872" y="10626"/>
                  <a:pt x="7850241" y="-5833"/>
                  <a:pt x="7530723" y="24978"/>
                </a:cubicBezTo>
                <a:cubicBezTo>
                  <a:pt x="7211205" y="55789"/>
                  <a:pt x="7329625" y="10193"/>
                  <a:pt x="7234996" y="24978"/>
                </a:cubicBezTo>
                <a:cubicBezTo>
                  <a:pt x="7140367" y="39763"/>
                  <a:pt x="6984264" y="32894"/>
                  <a:pt x="6808599" y="24978"/>
                </a:cubicBezTo>
                <a:cubicBezTo>
                  <a:pt x="6632934" y="17062"/>
                  <a:pt x="6296274" y="37781"/>
                  <a:pt x="6120862" y="24978"/>
                </a:cubicBezTo>
                <a:cubicBezTo>
                  <a:pt x="5945450" y="12175"/>
                  <a:pt x="5775012" y="14215"/>
                  <a:pt x="5563794" y="24978"/>
                </a:cubicBezTo>
                <a:cubicBezTo>
                  <a:pt x="5352576" y="35741"/>
                  <a:pt x="5249937" y="18462"/>
                  <a:pt x="5137397" y="24978"/>
                </a:cubicBezTo>
                <a:cubicBezTo>
                  <a:pt x="5024857" y="31494"/>
                  <a:pt x="4538418" y="29925"/>
                  <a:pt x="4318990" y="24978"/>
                </a:cubicBezTo>
                <a:cubicBezTo>
                  <a:pt x="4099562" y="20031"/>
                  <a:pt x="4134288" y="34446"/>
                  <a:pt x="4023263" y="24978"/>
                </a:cubicBezTo>
                <a:cubicBezTo>
                  <a:pt x="3912238" y="15510"/>
                  <a:pt x="3394874" y="-13009"/>
                  <a:pt x="3204856" y="24978"/>
                </a:cubicBezTo>
                <a:cubicBezTo>
                  <a:pt x="3014838" y="62965"/>
                  <a:pt x="2954644" y="21544"/>
                  <a:pt x="2778459" y="24978"/>
                </a:cubicBezTo>
                <a:cubicBezTo>
                  <a:pt x="2602274" y="28412"/>
                  <a:pt x="2353270" y="-49"/>
                  <a:pt x="1960051" y="24978"/>
                </a:cubicBezTo>
                <a:cubicBezTo>
                  <a:pt x="1566832" y="50005"/>
                  <a:pt x="1520013" y="45412"/>
                  <a:pt x="1402984" y="24978"/>
                </a:cubicBezTo>
                <a:cubicBezTo>
                  <a:pt x="1285955" y="4544"/>
                  <a:pt x="779243" y="-15890"/>
                  <a:pt x="584577" y="24978"/>
                </a:cubicBezTo>
                <a:cubicBezTo>
                  <a:pt x="389911" y="65846"/>
                  <a:pt x="196042" y="31766"/>
                  <a:pt x="0" y="24978"/>
                </a:cubicBezTo>
                <a:close/>
              </a:path>
              <a:path w="13091986" h="1885139" fill="none" extrusionOk="0">
                <a:moveTo>
                  <a:pt x="0" y="24978"/>
                </a:moveTo>
                <a:cubicBezTo>
                  <a:pt x="5393" y="18665"/>
                  <a:pt x="18405" y="4153"/>
                  <a:pt x="24978" y="0"/>
                </a:cubicBezTo>
                <a:cubicBezTo>
                  <a:pt x="247253" y="4275"/>
                  <a:pt x="568986" y="23887"/>
                  <a:pt x="712715" y="0"/>
                </a:cubicBezTo>
                <a:cubicBezTo>
                  <a:pt x="856444" y="-23887"/>
                  <a:pt x="1313339" y="-36724"/>
                  <a:pt x="1531123" y="0"/>
                </a:cubicBezTo>
                <a:cubicBezTo>
                  <a:pt x="1748907" y="36724"/>
                  <a:pt x="2177618" y="-31465"/>
                  <a:pt x="2349530" y="0"/>
                </a:cubicBezTo>
                <a:cubicBezTo>
                  <a:pt x="2521442" y="31465"/>
                  <a:pt x="2660022" y="-695"/>
                  <a:pt x="2906597" y="0"/>
                </a:cubicBezTo>
                <a:cubicBezTo>
                  <a:pt x="3153172" y="695"/>
                  <a:pt x="3293355" y="12287"/>
                  <a:pt x="3463664" y="0"/>
                </a:cubicBezTo>
                <a:cubicBezTo>
                  <a:pt x="3633973" y="-12287"/>
                  <a:pt x="3650236" y="-9999"/>
                  <a:pt x="3759391" y="0"/>
                </a:cubicBezTo>
                <a:cubicBezTo>
                  <a:pt x="3868546" y="9999"/>
                  <a:pt x="4477304" y="-4321"/>
                  <a:pt x="4708469" y="0"/>
                </a:cubicBezTo>
                <a:cubicBezTo>
                  <a:pt x="4939634" y="4321"/>
                  <a:pt x="5010820" y="18316"/>
                  <a:pt x="5134866" y="0"/>
                </a:cubicBezTo>
                <a:cubicBezTo>
                  <a:pt x="5258912" y="-18316"/>
                  <a:pt x="5559410" y="1620"/>
                  <a:pt x="5691933" y="0"/>
                </a:cubicBezTo>
                <a:cubicBezTo>
                  <a:pt x="5824456" y="-1620"/>
                  <a:pt x="5882520" y="3736"/>
                  <a:pt x="5987660" y="0"/>
                </a:cubicBezTo>
                <a:cubicBezTo>
                  <a:pt x="6092800" y="-3736"/>
                  <a:pt x="6332010" y="2513"/>
                  <a:pt x="6675397" y="0"/>
                </a:cubicBezTo>
                <a:cubicBezTo>
                  <a:pt x="7018784" y="-2513"/>
                  <a:pt x="7406232" y="-21318"/>
                  <a:pt x="7624475" y="0"/>
                </a:cubicBezTo>
                <a:cubicBezTo>
                  <a:pt x="7842718" y="21318"/>
                  <a:pt x="7936482" y="283"/>
                  <a:pt x="8050872" y="0"/>
                </a:cubicBezTo>
                <a:cubicBezTo>
                  <a:pt x="8165262" y="-283"/>
                  <a:pt x="8243338" y="11638"/>
                  <a:pt x="8346599" y="0"/>
                </a:cubicBezTo>
                <a:cubicBezTo>
                  <a:pt x="8449860" y="-11638"/>
                  <a:pt x="8513204" y="11695"/>
                  <a:pt x="8642326" y="0"/>
                </a:cubicBezTo>
                <a:cubicBezTo>
                  <a:pt x="8771448" y="-11695"/>
                  <a:pt x="9124463" y="-16517"/>
                  <a:pt x="9330063" y="0"/>
                </a:cubicBezTo>
                <a:cubicBezTo>
                  <a:pt x="9535663" y="16517"/>
                  <a:pt x="9517951" y="-9580"/>
                  <a:pt x="9625790" y="0"/>
                </a:cubicBezTo>
                <a:cubicBezTo>
                  <a:pt x="9733629" y="9580"/>
                  <a:pt x="10020859" y="22576"/>
                  <a:pt x="10313527" y="0"/>
                </a:cubicBezTo>
                <a:cubicBezTo>
                  <a:pt x="10606195" y="-22576"/>
                  <a:pt x="10883291" y="38500"/>
                  <a:pt x="11262605" y="0"/>
                </a:cubicBezTo>
                <a:cubicBezTo>
                  <a:pt x="11641919" y="-38500"/>
                  <a:pt x="11717827" y="-29693"/>
                  <a:pt x="12081012" y="0"/>
                </a:cubicBezTo>
                <a:cubicBezTo>
                  <a:pt x="12444197" y="29693"/>
                  <a:pt x="12722891" y="3285"/>
                  <a:pt x="13091986" y="0"/>
                </a:cubicBezTo>
                <a:cubicBezTo>
                  <a:pt x="13106851" y="238446"/>
                  <a:pt x="13099034" y="418656"/>
                  <a:pt x="13091986" y="620054"/>
                </a:cubicBezTo>
                <a:cubicBezTo>
                  <a:pt x="13084938" y="821452"/>
                  <a:pt x="13065812" y="938706"/>
                  <a:pt x="13091986" y="1184303"/>
                </a:cubicBezTo>
                <a:cubicBezTo>
                  <a:pt x="13118160" y="1429900"/>
                  <a:pt x="13087776" y="1534717"/>
                  <a:pt x="13091986" y="1860161"/>
                </a:cubicBezTo>
                <a:cubicBezTo>
                  <a:pt x="13082664" y="1868986"/>
                  <a:pt x="13072707" y="1878762"/>
                  <a:pt x="13067008" y="1885139"/>
                </a:cubicBezTo>
                <a:cubicBezTo>
                  <a:pt x="12931346" y="1878937"/>
                  <a:pt x="12807065" y="1875167"/>
                  <a:pt x="12640611" y="1885139"/>
                </a:cubicBezTo>
                <a:cubicBezTo>
                  <a:pt x="12474157" y="1895111"/>
                  <a:pt x="12391295" y="1904677"/>
                  <a:pt x="12214214" y="1885139"/>
                </a:cubicBezTo>
                <a:cubicBezTo>
                  <a:pt x="12037133" y="1865601"/>
                  <a:pt x="11847295" y="1865427"/>
                  <a:pt x="11657147" y="1885139"/>
                </a:cubicBezTo>
                <a:cubicBezTo>
                  <a:pt x="11466999" y="1904851"/>
                  <a:pt x="11246910" y="1905982"/>
                  <a:pt x="10838739" y="1885139"/>
                </a:cubicBezTo>
                <a:cubicBezTo>
                  <a:pt x="10430568" y="1864296"/>
                  <a:pt x="10458624" y="1870162"/>
                  <a:pt x="10281672" y="1885139"/>
                </a:cubicBezTo>
                <a:cubicBezTo>
                  <a:pt x="10104720" y="1900116"/>
                  <a:pt x="9707710" y="1919873"/>
                  <a:pt x="9463265" y="1885139"/>
                </a:cubicBezTo>
                <a:cubicBezTo>
                  <a:pt x="9218820" y="1850405"/>
                  <a:pt x="8854504" y="1878729"/>
                  <a:pt x="8644857" y="1885139"/>
                </a:cubicBezTo>
                <a:cubicBezTo>
                  <a:pt x="8435210" y="1891549"/>
                  <a:pt x="8474512" y="1876204"/>
                  <a:pt x="8349130" y="1885139"/>
                </a:cubicBezTo>
                <a:cubicBezTo>
                  <a:pt x="8223748" y="1894074"/>
                  <a:pt x="7805598" y="1892262"/>
                  <a:pt x="7530723" y="1885139"/>
                </a:cubicBezTo>
                <a:cubicBezTo>
                  <a:pt x="7255848" y="1878016"/>
                  <a:pt x="7052929" y="1921807"/>
                  <a:pt x="6581646" y="1885139"/>
                </a:cubicBezTo>
                <a:cubicBezTo>
                  <a:pt x="6110363" y="1848471"/>
                  <a:pt x="6275911" y="1890106"/>
                  <a:pt x="6155249" y="1885139"/>
                </a:cubicBezTo>
                <a:cubicBezTo>
                  <a:pt x="6034587" y="1880172"/>
                  <a:pt x="5960573" y="1893414"/>
                  <a:pt x="5859521" y="1885139"/>
                </a:cubicBezTo>
                <a:cubicBezTo>
                  <a:pt x="5758469" y="1876864"/>
                  <a:pt x="5166686" y="1912970"/>
                  <a:pt x="4910444" y="1885139"/>
                </a:cubicBezTo>
                <a:cubicBezTo>
                  <a:pt x="4654202" y="1857308"/>
                  <a:pt x="4270043" y="1911824"/>
                  <a:pt x="3961367" y="1885139"/>
                </a:cubicBezTo>
                <a:cubicBezTo>
                  <a:pt x="3652691" y="1858454"/>
                  <a:pt x="3805556" y="1877231"/>
                  <a:pt x="3665640" y="1885139"/>
                </a:cubicBezTo>
                <a:cubicBezTo>
                  <a:pt x="3525724" y="1893047"/>
                  <a:pt x="3334878" y="1868116"/>
                  <a:pt x="3239243" y="1885139"/>
                </a:cubicBezTo>
                <a:cubicBezTo>
                  <a:pt x="3143608" y="1902162"/>
                  <a:pt x="2788514" y="1891623"/>
                  <a:pt x="2551505" y="1885139"/>
                </a:cubicBezTo>
                <a:cubicBezTo>
                  <a:pt x="2314496" y="1878655"/>
                  <a:pt x="2219979" y="1912362"/>
                  <a:pt x="1994438" y="1885139"/>
                </a:cubicBezTo>
                <a:cubicBezTo>
                  <a:pt x="1768897" y="1857916"/>
                  <a:pt x="1523109" y="1901348"/>
                  <a:pt x="1306701" y="1885139"/>
                </a:cubicBezTo>
                <a:cubicBezTo>
                  <a:pt x="1090293" y="1868930"/>
                  <a:pt x="814241" y="1896047"/>
                  <a:pt x="618964" y="1885139"/>
                </a:cubicBezTo>
                <a:cubicBezTo>
                  <a:pt x="423687" y="1874231"/>
                  <a:pt x="149435" y="1913549"/>
                  <a:pt x="0" y="1885139"/>
                </a:cubicBezTo>
                <a:cubicBezTo>
                  <a:pt x="16916" y="1704431"/>
                  <a:pt x="16672" y="1549841"/>
                  <a:pt x="0" y="1302289"/>
                </a:cubicBezTo>
                <a:cubicBezTo>
                  <a:pt x="-16672" y="1054737"/>
                  <a:pt x="22220" y="906422"/>
                  <a:pt x="0" y="700836"/>
                </a:cubicBezTo>
                <a:cubicBezTo>
                  <a:pt x="-22220" y="495250"/>
                  <a:pt x="-30689" y="285734"/>
                  <a:pt x="0" y="24978"/>
                </a:cubicBezTo>
                <a:close/>
                <a:moveTo>
                  <a:pt x="0" y="24978"/>
                </a:moveTo>
                <a:cubicBezTo>
                  <a:pt x="174487" y="3710"/>
                  <a:pt x="265590" y="8077"/>
                  <a:pt x="426397" y="24978"/>
                </a:cubicBezTo>
                <a:cubicBezTo>
                  <a:pt x="587204" y="41879"/>
                  <a:pt x="1120765" y="44138"/>
                  <a:pt x="1375475" y="24978"/>
                </a:cubicBezTo>
                <a:cubicBezTo>
                  <a:pt x="1630185" y="5818"/>
                  <a:pt x="1690328" y="38828"/>
                  <a:pt x="1801872" y="24978"/>
                </a:cubicBezTo>
                <a:cubicBezTo>
                  <a:pt x="1913416" y="11128"/>
                  <a:pt x="2155509" y="43607"/>
                  <a:pt x="2358939" y="24978"/>
                </a:cubicBezTo>
                <a:cubicBezTo>
                  <a:pt x="2562369" y="6349"/>
                  <a:pt x="2580868" y="26281"/>
                  <a:pt x="2654666" y="24978"/>
                </a:cubicBezTo>
                <a:cubicBezTo>
                  <a:pt x="2728464" y="23675"/>
                  <a:pt x="3007168" y="29866"/>
                  <a:pt x="3211733" y="24978"/>
                </a:cubicBezTo>
                <a:cubicBezTo>
                  <a:pt x="3416298" y="20090"/>
                  <a:pt x="3563127" y="50811"/>
                  <a:pt x="3768800" y="24978"/>
                </a:cubicBezTo>
                <a:cubicBezTo>
                  <a:pt x="3974473" y="-855"/>
                  <a:pt x="4184150" y="37941"/>
                  <a:pt x="4325867" y="24978"/>
                </a:cubicBezTo>
                <a:cubicBezTo>
                  <a:pt x="4467584" y="12015"/>
                  <a:pt x="4670689" y="3737"/>
                  <a:pt x="4882935" y="24978"/>
                </a:cubicBezTo>
                <a:cubicBezTo>
                  <a:pt x="5095181" y="46219"/>
                  <a:pt x="5272607" y="18490"/>
                  <a:pt x="5440002" y="24978"/>
                </a:cubicBezTo>
                <a:cubicBezTo>
                  <a:pt x="5607397" y="31466"/>
                  <a:pt x="5946636" y="20689"/>
                  <a:pt x="6258409" y="24978"/>
                </a:cubicBezTo>
                <a:cubicBezTo>
                  <a:pt x="6570182" y="29267"/>
                  <a:pt x="6730061" y="53555"/>
                  <a:pt x="6946146" y="24978"/>
                </a:cubicBezTo>
                <a:cubicBezTo>
                  <a:pt x="7162231" y="-3599"/>
                  <a:pt x="7165694" y="39203"/>
                  <a:pt x="7241873" y="24978"/>
                </a:cubicBezTo>
                <a:cubicBezTo>
                  <a:pt x="7318052" y="10753"/>
                  <a:pt x="7524637" y="41446"/>
                  <a:pt x="7668270" y="24978"/>
                </a:cubicBezTo>
                <a:cubicBezTo>
                  <a:pt x="7811903" y="8510"/>
                  <a:pt x="7952439" y="7625"/>
                  <a:pt x="8225338" y="24978"/>
                </a:cubicBezTo>
                <a:cubicBezTo>
                  <a:pt x="8498237" y="42331"/>
                  <a:pt x="8984442" y="-7747"/>
                  <a:pt x="9174415" y="24978"/>
                </a:cubicBezTo>
                <a:cubicBezTo>
                  <a:pt x="9364388" y="57703"/>
                  <a:pt x="9694385" y="825"/>
                  <a:pt x="9992822" y="24978"/>
                </a:cubicBezTo>
                <a:cubicBezTo>
                  <a:pt x="10291259" y="49131"/>
                  <a:pt x="10501808" y="72255"/>
                  <a:pt x="10941900" y="24978"/>
                </a:cubicBezTo>
                <a:cubicBezTo>
                  <a:pt x="11381992" y="-22299"/>
                  <a:pt x="11329870" y="57236"/>
                  <a:pt x="11629637" y="24978"/>
                </a:cubicBezTo>
                <a:cubicBezTo>
                  <a:pt x="11929404" y="-7280"/>
                  <a:pt x="12365438" y="86858"/>
                  <a:pt x="13067008" y="24978"/>
                </a:cubicBezTo>
                <a:cubicBezTo>
                  <a:pt x="13074984" y="17249"/>
                  <a:pt x="13085490" y="8990"/>
                  <a:pt x="13091986" y="0"/>
                </a:cubicBezTo>
                <a:moveTo>
                  <a:pt x="13067008" y="24978"/>
                </a:moveTo>
                <a:cubicBezTo>
                  <a:pt x="13082135" y="140454"/>
                  <a:pt x="13093177" y="454470"/>
                  <a:pt x="13067008" y="589227"/>
                </a:cubicBezTo>
                <a:cubicBezTo>
                  <a:pt x="13040839" y="723984"/>
                  <a:pt x="13084997" y="980017"/>
                  <a:pt x="13067008" y="1190679"/>
                </a:cubicBezTo>
                <a:cubicBezTo>
                  <a:pt x="13049019" y="1401341"/>
                  <a:pt x="13032979" y="1639836"/>
                  <a:pt x="13067008" y="1885139"/>
                </a:cubicBezTo>
              </a:path>
              <a:path w="13091986" h="1885139" fill="none" stroke="0" extrusionOk="0">
                <a:moveTo>
                  <a:pt x="0" y="24978"/>
                </a:moveTo>
                <a:cubicBezTo>
                  <a:pt x="8797" y="15916"/>
                  <a:pt x="19461" y="4506"/>
                  <a:pt x="24978" y="0"/>
                </a:cubicBezTo>
                <a:cubicBezTo>
                  <a:pt x="305110" y="29205"/>
                  <a:pt x="506427" y="15996"/>
                  <a:pt x="712715" y="0"/>
                </a:cubicBezTo>
                <a:cubicBezTo>
                  <a:pt x="919003" y="-15996"/>
                  <a:pt x="1277407" y="-20795"/>
                  <a:pt x="1661793" y="0"/>
                </a:cubicBezTo>
                <a:cubicBezTo>
                  <a:pt x="2046179" y="20795"/>
                  <a:pt x="2032666" y="-16858"/>
                  <a:pt x="2218860" y="0"/>
                </a:cubicBezTo>
                <a:cubicBezTo>
                  <a:pt x="2405054" y="16858"/>
                  <a:pt x="2426033" y="-14031"/>
                  <a:pt x="2514587" y="0"/>
                </a:cubicBezTo>
                <a:cubicBezTo>
                  <a:pt x="2603141" y="14031"/>
                  <a:pt x="2863549" y="-18542"/>
                  <a:pt x="3071654" y="0"/>
                </a:cubicBezTo>
                <a:cubicBezTo>
                  <a:pt x="3279759" y="18542"/>
                  <a:pt x="3720930" y="11107"/>
                  <a:pt x="4020731" y="0"/>
                </a:cubicBezTo>
                <a:cubicBezTo>
                  <a:pt x="4320532" y="-11107"/>
                  <a:pt x="4669644" y="18102"/>
                  <a:pt x="4969809" y="0"/>
                </a:cubicBezTo>
                <a:cubicBezTo>
                  <a:pt x="5269974" y="-18102"/>
                  <a:pt x="5329618" y="-22659"/>
                  <a:pt x="5526876" y="0"/>
                </a:cubicBezTo>
                <a:cubicBezTo>
                  <a:pt x="5724134" y="22659"/>
                  <a:pt x="5960476" y="-1577"/>
                  <a:pt x="6083943" y="0"/>
                </a:cubicBezTo>
                <a:cubicBezTo>
                  <a:pt x="6207410" y="1577"/>
                  <a:pt x="6720622" y="-32099"/>
                  <a:pt x="6902351" y="0"/>
                </a:cubicBezTo>
                <a:cubicBezTo>
                  <a:pt x="7084080" y="32099"/>
                  <a:pt x="7056301" y="13128"/>
                  <a:pt x="7198078" y="0"/>
                </a:cubicBezTo>
                <a:cubicBezTo>
                  <a:pt x="7339855" y="-13128"/>
                  <a:pt x="7479358" y="12475"/>
                  <a:pt x="7755145" y="0"/>
                </a:cubicBezTo>
                <a:cubicBezTo>
                  <a:pt x="8030932" y="-12475"/>
                  <a:pt x="7984173" y="-9533"/>
                  <a:pt x="8050872" y="0"/>
                </a:cubicBezTo>
                <a:cubicBezTo>
                  <a:pt x="8117571" y="9533"/>
                  <a:pt x="8574096" y="23116"/>
                  <a:pt x="8869279" y="0"/>
                </a:cubicBezTo>
                <a:cubicBezTo>
                  <a:pt x="9164462" y="-23116"/>
                  <a:pt x="9178437" y="-20820"/>
                  <a:pt x="9295676" y="0"/>
                </a:cubicBezTo>
                <a:cubicBezTo>
                  <a:pt x="9412915" y="20820"/>
                  <a:pt x="9612355" y="6242"/>
                  <a:pt x="9852743" y="0"/>
                </a:cubicBezTo>
                <a:cubicBezTo>
                  <a:pt x="10093131" y="-6242"/>
                  <a:pt x="10072997" y="-10719"/>
                  <a:pt x="10279141" y="0"/>
                </a:cubicBezTo>
                <a:cubicBezTo>
                  <a:pt x="10485285" y="10719"/>
                  <a:pt x="10566371" y="-12014"/>
                  <a:pt x="10836208" y="0"/>
                </a:cubicBezTo>
                <a:cubicBezTo>
                  <a:pt x="11106045" y="12014"/>
                  <a:pt x="11129440" y="19837"/>
                  <a:pt x="11393275" y="0"/>
                </a:cubicBezTo>
                <a:cubicBezTo>
                  <a:pt x="11657110" y="-19837"/>
                  <a:pt x="11548616" y="-338"/>
                  <a:pt x="11689002" y="0"/>
                </a:cubicBezTo>
                <a:cubicBezTo>
                  <a:pt x="11829388" y="338"/>
                  <a:pt x="12545785" y="62568"/>
                  <a:pt x="13091986" y="0"/>
                </a:cubicBezTo>
                <a:cubicBezTo>
                  <a:pt x="13117252" y="304344"/>
                  <a:pt x="13070740" y="378860"/>
                  <a:pt x="13091986" y="638655"/>
                </a:cubicBezTo>
                <a:cubicBezTo>
                  <a:pt x="13113232" y="898451"/>
                  <a:pt x="13066559" y="950956"/>
                  <a:pt x="13091986" y="1221506"/>
                </a:cubicBezTo>
                <a:cubicBezTo>
                  <a:pt x="13117413" y="1492056"/>
                  <a:pt x="13075556" y="1651848"/>
                  <a:pt x="13091986" y="1860161"/>
                </a:cubicBezTo>
                <a:cubicBezTo>
                  <a:pt x="13081955" y="1871170"/>
                  <a:pt x="13078736" y="1873260"/>
                  <a:pt x="13067008" y="1885139"/>
                </a:cubicBezTo>
                <a:cubicBezTo>
                  <a:pt x="12872910" y="1867941"/>
                  <a:pt x="12767125" y="1874299"/>
                  <a:pt x="12509941" y="1885139"/>
                </a:cubicBezTo>
                <a:cubicBezTo>
                  <a:pt x="12252757" y="1895979"/>
                  <a:pt x="12034981" y="1855681"/>
                  <a:pt x="11560863" y="1885139"/>
                </a:cubicBezTo>
                <a:cubicBezTo>
                  <a:pt x="11086745" y="1914597"/>
                  <a:pt x="11347172" y="1890748"/>
                  <a:pt x="11134466" y="1885139"/>
                </a:cubicBezTo>
                <a:cubicBezTo>
                  <a:pt x="10921760" y="1879530"/>
                  <a:pt x="10870094" y="1868979"/>
                  <a:pt x="10708069" y="1885139"/>
                </a:cubicBezTo>
                <a:cubicBezTo>
                  <a:pt x="10546044" y="1901299"/>
                  <a:pt x="10098395" y="1864990"/>
                  <a:pt x="9758992" y="1885139"/>
                </a:cubicBezTo>
                <a:cubicBezTo>
                  <a:pt x="9419589" y="1905288"/>
                  <a:pt x="9234049" y="1882671"/>
                  <a:pt x="9071255" y="1885139"/>
                </a:cubicBezTo>
                <a:cubicBezTo>
                  <a:pt x="8908461" y="1887607"/>
                  <a:pt x="8600175" y="1867225"/>
                  <a:pt x="8383517" y="1885139"/>
                </a:cubicBezTo>
                <a:cubicBezTo>
                  <a:pt x="8166859" y="1903053"/>
                  <a:pt x="8077584" y="1898155"/>
                  <a:pt x="7957120" y="1885139"/>
                </a:cubicBezTo>
                <a:cubicBezTo>
                  <a:pt x="7836656" y="1872123"/>
                  <a:pt x="7727758" y="1884004"/>
                  <a:pt x="7530723" y="1885139"/>
                </a:cubicBezTo>
                <a:cubicBezTo>
                  <a:pt x="7333688" y="1886274"/>
                  <a:pt x="7317248" y="1877848"/>
                  <a:pt x="7234996" y="1885139"/>
                </a:cubicBezTo>
                <a:cubicBezTo>
                  <a:pt x="7152744" y="1892430"/>
                  <a:pt x="6831175" y="1868366"/>
                  <a:pt x="6547259" y="1885139"/>
                </a:cubicBezTo>
                <a:cubicBezTo>
                  <a:pt x="6263343" y="1901912"/>
                  <a:pt x="5833078" y="1881791"/>
                  <a:pt x="5598181" y="1885139"/>
                </a:cubicBezTo>
                <a:cubicBezTo>
                  <a:pt x="5363284" y="1888487"/>
                  <a:pt x="5037700" y="1890024"/>
                  <a:pt x="4779774" y="1885139"/>
                </a:cubicBezTo>
                <a:cubicBezTo>
                  <a:pt x="4521848" y="1880254"/>
                  <a:pt x="4528931" y="1877605"/>
                  <a:pt x="4353377" y="1885139"/>
                </a:cubicBezTo>
                <a:cubicBezTo>
                  <a:pt x="4177823" y="1892673"/>
                  <a:pt x="3775680" y="1892307"/>
                  <a:pt x="3404299" y="1885139"/>
                </a:cubicBezTo>
                <a:cubicBezTo>
                  <a:pt x="3032918" y="1877971"/>
                  <a:pt x="3245111" y="1883105"/>
                  <a:pt x="3108572" y="1885139"/>
                </a:cubicBezTo>
                <a:cubicBezTo>
                  <a:pt x="2972033" y="1887173"/>
                  <a:pt x="2593470" y="1870221"/>
                  <a:pt x="2159495" y="1885139"/>
                </a:cubicBezTo>
                <a:cubicBezTo>
                  <a:pt x="1725520" y="1900057"/>
                  <a:pt x="1896064" y="1887569"/>
                  <a:pt x="1733098" y="1885139"/>
                </a:cubicBezTo>
                <a:cubicBezTo>
                  <a:pt x="1570132" y="1882709"/>
                  <a:pt x="1146862" y="1866887"/>
                  <a:pt x="914691" y="1885139"/>
                </a:cubicBezTo>
                <a:cubicBezTo>
                  <a:pt x="682520" y="1903391"/>
                  <a:pt x="270414" y="1858918"/>
                  <a:pt x="0" y="1885139"/>
                </a:cubicBezTo>
                <a:cubicBezTo>
                  <a:pt x="1688" y="1764084"/>
                  <a:pt x="10781" y="1545935"/>
                  <a:pt x="0" y="1302289"/>
                </a:cubicBezTo>
                <a:cubicBezTo>
                  <a:pt x="-10781" y="1058643"/>
                  <a:pt x="1012" y="904858"/>
                  <a:pt x="0" y="645032"/>
                </a:cubicBezTo>
                <a:cubicBezTo>
                  <a:pt x="-1012" y="385206"/>
                  <a:pt x="10694" y="228088"/>
                  <a:pt x="0" y="24978"/>
                </a:cubicBezTo>
                <a:close/>
                <a:moveTo>
                  <a:pt x="0" y="24978"/>
                </a:moveTo>
                <a:cubicBezTo>
                  <a:pt x="297495" y="46950"/>
                  <a:pt x="455532" y="26369"/>
                  <a:pt x="687737" y="24978"/>
                </a:cubicBezTo>
                <a:cubicBezTo>
                  <a:pt x="919942" y="23587"/>
                  <a:pt x="1179543" y="34532"/>
                  <a:pt x="1375475" y="24978"/>
                </a:cubicBezTo>
                <a:cubicBezTo>
                  <a:pt x="1571407" y="15424"/>
                  <a:pt x="1995149" y="46476"/>
                  <a:pt x="2324552" y="24978"/>
                </a:cubicBezTo>
                <a:cubicBezTo>
                  <a:pt x="2653955" y="3480"/>
                  <a:pt x="2569016" y="34803"/>
                  <a:pt x="2750949" y="24978"/>
                </a:cubicBezTo>
                <a:cubicBezTo>
                  <a:pt x="2932882" y="15153"/>
                  <a:pt x="3195914" y="27503"/>
                  <a:pt x="3569356" y="24978"/>
                </a:cubicBezTo>
                <a:cubicBezTo>
                  <a:pt x="3942798" y="22453"/>
                  <a:pt x="4191535" y="-20838"/>
                  <a:pt x="4518434" y="24978"/>
                </a:cubicBezTo>
                <a:cubicBezTo>
                  <a:pt x="4845333" y="70794"/>
                  <a:pt x="4692423" y="38580"/>
                  <a:pt x="4814161" y="24978"/>
                </a:cubicBezTo>
                <a:cubicBezTo>
                  <a:pt x="4935899" y="11376"/>
                  <a:pt x="5388484" y="15526"/>
                  <a:pt x="5632568" y="24978"/>
                </a:cubicBezTo>
                <a:cubicBezTo>
                  <a:pt x="5876652" y="34430"/>
                  <a:pt x="5928458" y="20621"/>
                  <a:pt x="6058965" y="24978"/>
                </a:cubicBezTo>
                <a:cubicBezTo>
                  <a:pt x="6189472" y="29335"/>
                  <a:pt x="6623460" y="26721"/>
                  <a:pt x="7008043" y="24978"/>
                </a:cubicBezTo>
                <a:cubicBezTo>
                  <a:pt x="7392626" y="23235"/>
                  <a:pt x="7542671" y="37884"/>
                  <a:pt x="7826450" y="24978"/>
                </a:cubicBezTo>
                <a:cubicBezTo>
                  <a:pt x="8110229" y="12072"/>
                  <a:pt x="8153443" y="21662"/>
                  <a:pt x="8252847" y="24978"/>
                </a:cubicBezTo>
                <a:cubicBezTo>
                  <a:pt x="8352251" y="28294"/>
                  <a:pt x="8572620" y="43438"/>
                  <a:pt x="8809914" y="24978"/>
                </a:cubicBezTo>
                <a:cubicBezTo>
                  <a:pt x="9047208" y="6518"/>
                  <a:pt x="9041295" y="23355"/>
                  <a:pt x="9236311" y="24978"/>
                </a:cubicBezTo>
                <a:cubicBezTo>
                  <a:pt x="9431327" y="26601"/>
                  <a:pt x="9669075" y="61933"/>
                  <a:pt x="10054719" y="24978"/>
                </a:cubicBezTo>
                <a:cubicBezTo>
                  <a:pt x="10440363" y="-11977"/>
                  <a:pt x="10452022" y="38075"/>
                  <a:pt x="10611786" y="24978"/>
                </a:cubicBezTo>
                <a:cubicBezTo>
                  <a:pt x="10771550" y="11881"/>
                  <a:pt x="10806301" y="13260"/>
                  <a:pt x="10907513" y="24978"/>
                </a:cubicBezTo>
                <a:cubicBezTo>
                  <a:pt x="11008725" y="36696"/>
                  <a:pt x="11348368" y="39329"/>
                  <a:pt x="11464580" y="24978"/>
                </a:cubicBezTo>
                <a:cubicBezTo>
                  <a:pt x="11580792" y="10627"/>
                  <a:pt x="11953955" y="52530"/>
                  <a:pt x="12413658" y="24978"/>
                </a:cubicBezTo>
                <a:cubicBezTo>
                  <a:pt x="12873361" y="-2574"/>
                  <a:pt x="12930936" y="10699"/>
                  <a:pt x="13067008" y="24978"/>
                </a:cubicBezTo>
                <a:cubicBezTo>
                  <a:pt x="13077110" y="16196"/>
                  <a:pt x="13081719" y="10648"/>
                  <a:pt x="13091986" y="0"/>
                </a:cubicBezTo>
                <a:moveTo>
                  <a:pt x="13067008" y="24978"/>
                </a:moveTo>
                <a:cubicBezTo>
                  <a:pt x="13088711" y="327980"/>
                  <a:pt x="13050767" y="472261"/>
                  <a:pt x="13067008" y="663633"/>
                </a:cubicBezTo>
                <a:cubicBezTo>
                  <a:pt x="13083249" y="855006"/>
                  <a:pt x="13080485" y="1099971"/>
                  <a:pt x="13067008" y="1227882"/>
                </a:cubicBezTo>
                <a:cubicBezTo>
                  <a:pt x="13053531" y="1355793"/>
                  <a:pt x="13095331" y="1562914"/>
                  <a:pt x="13067008" y="1885139"/>
                </a:cubicBezTo>
              </a:path>
            </a:pathLst>
          </a:custGeom>
          <a:solidFill>
            <a:srgbClr val="F5F5F5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35" name="图片 12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542" y="39329"/>
            <a:ext cx="1302216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36" name="图片 12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729" y="902115"/>
            <a:ext cx="1302663" cy="7326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38" name="矩形: 圆角 1237"/>
          <p:cNvSpPr/>
          <p:nvPr/>
        </p:nvSpPr>
        <p:spPr>
          <a:xfrm>
            <a:off x="1421209" y="0"/>
            <a:ext cx="11012314" cy="626019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37" name="图片 123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67" y="61675"/>
            <a:ext cx="509567" cy="509567"/>
          </a:xfrm>
          <a:prstGeom prst="rect">
            <a:avLst/>
          </a:prstGeom>
        </p:spPr>
      </p:pic>
      <p:sp>
        <p:nvSpPr>
          <p:cNvPr id="1240" name="文本框 1239"/>
          <p:cNvSpPr txBox="1"/>
          <p:nvPr/>
        </p:nvSpPr>
        <p:spPr>
          <a:xfrm>
            <a:off x="2133240" y="126922"/>
            <a:ext cx="10448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were these two photos taken, and what are the differences in the types of trees depicted?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42" name="图片 1241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44" y="791604"/>
            <a:ext cx="822015" cy="822015"/>
          </a:xfrm>
          <a:prstGeom prst="rect">
            <a:avLst/>
          </a:prstGeom>
        </p:spPr>
      </p:pic>
      <p:pic>
        <p:nvPicPr>
          <p:cNvPr id="1244" name="图片 1243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4" t="28002" r="60593" b="29301"/>
          <a:stretch>
            <a:fillRect/>
          </a:stretch>
        </p:blipFill>
        <p:spPr>
          <a:xfrm>
            <a:off x="5544946" y="694697"/>
            <a:ext cx="512954" cy="529975"/>
          </a:xfrm>
          <a:prstGeom prst="rect">
            <a:avLst/>
          </a:prstGeom>
        </p:spPr>
      </p:pic>
      <p:sp>
        <p:nvSpPr>
          <p:cNvPr id="1246" name="文本框 1245"/>
          <p:cNvSpPr txBox="1"/>
          <p:nvPr/>
        </p:nvSpPr>
        <p:spPr>
          <a:xfrm>
            <a:off x="6183754" y="805772"/>
            <a:ext cx="719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endParaRPr lang="zh-CN" altLang="en-US" sz="1600" b="1" dirty="0"/>
          </a:p>
        </p:txBody>
      </p:sp>
      <p:pic>
        <p:nvPicPr>
          <p:cNvPr id="1247" name="Picture 4" descr="DeepSeek Logo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945"/>
          <a:stretch>
            <a:fillRect/>
          </a:stretch>
        </p:blipFill>
        <p:spPr bwMode="auto">
          <a:xfrm>
            <a:off x="5563550" y="1257868"/>
            <a:ext cx="539971" cy="3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8" name="文本框 1247"/>
          <p:cNvSpPr txBox="1"/>
          <p:nvPr/>
        </p:nvSpPr>
        <p:spPr>
          <a:xfrm>
            <a:off x="5994198" y="1307866"/>
            <a:ext cx="1130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Deepseeek</a:t>
            </a:r>
            <a:endParaRPr lang="zh-CN" altLang="en-US" sz="1600" b="1" dirty="0"/>
          </a:p>
        </p:txBody>
      </p:sp>
      <p:pic>
        <p:nvPicPr>
          <p:cNvPr id="1249" name="Picture 6" descr="模型详情页"/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42"/>
          <a:stretch>
            <a:fillRect/>
          </a:stretch>
        </p:blipFill>
        <p:spPr bwMode="auto">
          <a:xfrm>
            <a:off x="6834336" y="709365"/>
            <a:ext cx="682643" cy="56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0" name="文本框 1249"/>
          <p:cNvSpPr txBox="1"/>
          <p:nvPr/>
        </p:nvSpPr>
        <p:spPr>
          <a:xfrm>
            <a:off x="7473854" y="808816"/>
            <a:ext cx="719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endParaRPr lang="zh-CN" altLang="en-US" sz="1600" b="1" dirty="0"/>
          </a:p>
        </p:txBody>
      </p:sp>
      <p:pic>
        <p:nvPicPr>
          <p:cNvPr id="1251" name="Picture 8" descr="LLaVA 免费SVG、PNG 与矢量下载· LobeHub"/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840" y="1240248"/>
            <a:ext cx="423405" cy="42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2" name="文本框 1251"/>
          <p:cNvSpPr txBox="1"/>
          <p:nvPr/>
        </p:nvSpPr>
        <p:spPr>
          <a:xfrm>
            <a:off x="7435722" y="1319085"/>
            <a:ext cx="853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LLaVA</a:t>
            </a:r>
            <a:endParaRPr lang="zh-CN" altLang="en-US" sz="1600" b="1" dirty="0"/>
          </a:p>
        </p:txBody>
      </p:sp>
      <p:sp>
        <p:nvSpPr>
          <p:cNvPr id="1254" name="图形 1149" descr="线箭头: 逆时针曲线 纯色填充"/>
          <p:cNvSpPr/>
          <p:nvPr/>
        </p:nvSpPr>
        <p:spPr>
          <a:xfrm rot="5827512">
            <a:off x="3528299" y="979290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255" name="图形 1149" descr="线箭头: 逆时针曲线 纯色填充"/>
          <p:cNvSpPr/>
          <p:nvPr/>
        </p:nvSpPr>
        <p:spPr>
          <a:xfrm rot="16526234">
            <a:off x="3559108" y="357018"/>
            <a:ext cx="217046" cy="1119831"/>
          </a:xfrm>
          <a:custGeom>
            <a:avLst/>
            <a:gdLst>
              <a:gd name="csX0" fmla="*/ 95250 w 327665"/>
              <a:gd name="csY0" fmla="*/ 76130 h 1095909"/>
              <a:gd name="csX1" fmla="*/ 220980 w 327665"/>
              <a:gd name="csY1" fmla="*/ 77378 h 1095909"/>
              <a:gd name="csX2" fmla="*/ 249555 w 327665"/>
              <a:gd name="csY2" fmla="*/ 39937 h 1095909"/>
              <a:gd name="csX3" fmla="*/ 220980 w 327665"/>
              <a:gd name="csY3" fmla="*/ 2496 h 1095909"/>
              <a:gd name="csX4" fmla="*/ 30480 w 327665"/>
              <a:gd name="csY4" fmla="*/ 0 h 1095909"/>
              <a:gd name="csX5" fmla="*/ 12382 w 327665"/>
              <a:gd name="csY5" fmla="*/ 8736 h 1095909"/>
              <a:gd name="csX6" fmla="*/ 10478 w 327665"/>
              <a:gd name="csY6" fmla="*/ 11232 h 1095909"/>
              <a:gd name="csX7" fmla="*/ 7620 w 327665"/>
              <a:gd name="csY7" fmla="*/ 14976 h 1095909"/>
              <a:gd name="csX8" fmla="*/ 6668 w 327665"/>
              <a:gd name="csY8" fmla="*/ 17472 h 1095909"/>
              <a:gd name="csX9" fmla="*/ 5715 w 327665"/>
              <a:gd name="csY9" fmla="*/ 19968 h 1095909"/>
              <a:gd name="csX10" fmla="*/ 1905 w 327665"/>
              <a:gd name="csY10" fmla="*/ 37441 h 1095909"/>
              <a:gd name="csX11" fmla="*/ 0 w 327665"/>
              <a:gd name="csY11" fmla="*/ 287046 h 1095909"/>
              <a:gd name="csX12" fmla="*/ 28575 w 327665"/>
              <a:gd name="csY12" fmla="*/ 324487 h 1095909"/>
              <a:gd name="csX13" fmla="*/ 57150 w 327665"/>
              <a:gd name="csY13" fmla="*/ 287046 h 1095909"/>
              <a:gd name="csX14" fmla="*/ 58103 w 327665"/>
              <a:gd name="csY14" fmla="*/ 132291 h 1095909"/>
              <a:gd name="csX15" fmla="*/ 269558 w 327665"/>
              <a:gd name="csY15" fmla="*/ 700143 h 1095909"/>
              <a:gd name="csX16" fmla="*/ 203835 w 327665"/>
              <a:gd name="csY16" fmla="*/ 1043350 h 1095909"/>
              <a:gd name="csX17" fmla="*/ 217170 w 327665"/>
              <a:gd name="csY17" fmla="*/ 1092023 h 1095909"/>
              <a:gd name="csX18" fmla="*/ 255270 w 327665"/>
              <a:gd name="csY18" fmla="*/ 1075798 h 1095909"/>
              <a:gd name="csX19" fmla="*/ 326708 w 327665"/>
              <a:gd name="csY19" fmla="*/ 705135 h 1095909"/>
              <a:gd name="csX20" fmla="*/ 95250 w 327665"/>
              <a:gd name="csY20" fmla="*/ 76130 h 10959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27665" h="1095909">
                <a:moveTo>
                  <a:pt x="95250" y="76130"/>
                </a:moveTo>
                <a:lnTo>
                  <a:pt x="220980" y="77378"/>
                </a:lnTo>
                <a:cubicBezTo>
                  <a:pt x="237173" y="77378"/>
                  <a:pt x="249555" y="61153"/>
                  <a:pt x="249555" y="39937"/>
                </a:cubicBezTo>
                <a:cubicBezTo>
                  <a:pt x="249555" y="18720"/>
                  <a:pt x="237173" y="2496"/>
                  <a:pt x="220980" y="2496"/>
                </a:cubicBezTo>
                <a:lnTo>
                  <a:pt x="30480" y="0"/>
                </a:lnTo>
                <a:cubicBezTo>
                  <a:pt x="23813" y="0"/>
                  <a:pt x="18098" y="2496"/>
                  <a:pt x="12382" y="8736"/>
                </a:cubicBezTo>
                <a:cubicBezTo>
                  <a:pt x="11430" y="8736"/>
                  <a:pt x="11430" y="9984"/>
                  <a:pt x="10478" y="11232"/>
                </a:cubicBezTo>
                <a:cubicBezTo>
                  <a:pt x="9525" y="12480"/>
                  <a:pt x="8573" y="12480"/>
                  <a:pt x="7620" y="14976"/>
                </a:cubicBezTo>
                <a:cubicBezTo>
                  <a:pt x="7620" y="14976"/>
                  <a:pt x="6668" y="16224"/>
                  <a:pt x="6668" y="17472"/>
                </a:cubicBezTo>
                <a:cubicBezTo>
                  <a:pt x="6668" y="17472"/>
                  <a:pt x="5715" y="18720"/>
                  <a:pt x="5715" y="19968"/>
                </a:cubicBezTo>
                <a:cubicBezTo>
                  <a:pt x="2858" y="24961"/>
                  <a:pt x="1905" y="31201"/>
                  <a:pt x="1905" y="37441"/>
                </a:cubicBezTo>
                <a:lnTo>
                  <a:pt x="0" y="287046"/>
                </a:lnTo>
                <a:cubicBezTo>
                  <a:pt x="0" y="308262"/>
                  <a:pt x="12382" y="324487"/>
                  <a:pt x="28575" y="324487"/>
                </a:cubicBezTo>
                <a:cubicBezTo>
                  <a:pt x="44768" y="324487"/>
                  <a:pt x="57150" y="308262"/>
                  <a:pt x="57150" y="287046"/>
                </a:cubicBezTo>
                <a:lnTo>
                  <a:pt x="58103" y="132291"/>
                </a:lnTo>
                <a:cubicBezTo>
                  <a:pt x="207645" y="268326"/>
                  <a:pt x="279083" y="459274"/>
                  <a:pt x="269558" y="700143"/>
                </a:cubicBezTo>
                <a:cubicBezTo>
                  <a:pt x="263843" y="818705"/>
                  <a:pt x="241935" y="934772"/>
                  <a:pt x="203835" y="1043350"/>
                </a:cubicBezTo>
                <a:cubicBezTo>
                  <a:pt x="197168" y="1062070"/>
                  <a:pt x="202883" y="1083287"/>
                  <a:pt x="217170" y="1092023"/>
                </a:cubicBezTo>
                <a:cubicBezTo>
                  <a:pt x="230505" y="1100759"/>
                  <a:pt x="247650" y="1094519"/>
                  <a:pt x="255270" y="1075798"/>
                </a:cubicBezTo>
                <a:cubicBezTo>
                  <a:pt x="296228" y="959732"/>
                  <a:pt x="320993" y="833681"/>
                  <a:pt x="326708" y="705135"/>
                </a:cubicBezTo>
                <a:cubicBezTo>
                  <a:pt x="334328" y="521675"/>
                  <a:pt x="300038" y="264582"/>
                  <a:pt x="95250" y="76130"/>
                </a:cubicBezTo>
                <a:close/>
              </a:path>
            </a:pathLst>
          </a:custGeom>
          <a:solidFill>
            <a:srgbClr val="BC8FDD"/>
          </a:solidFill>
          <a:ln w="9525" cap="flat">
            <a:noFill/>
            <a:prstDash val="solid"/>
            <a:miter/>
          </a:ln>
        </p:spPr>
      </p:sp>
      <p:sp>
        <p:nvSpPr>
          <p:cNvPr id="1257" name="文本框 1256"/>
          <p:cNvSpPr txBox="1"/>
          <p:nvPr/>
        </p:nvSpPr>
        <p:spPr>
          <a:xfrm>
            <a:off x="2541505" y="923967"/>
            <a:ext cx="2238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Training-Free Polarized Latent Graph Memory</a:t>
            </a:r>
            <a:endParaRPr lang="zh-CN" altLang="en-US" sz="16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1" name="箭头: 右 1260"/>
          <p:cNvSpPr/>
          <p:nvPr/>
        </p:nvSpPr>
        <p:spPr>
          <a:xfrm>
            <a:off x="8287422" y="998935"/>
            <a:ext cx="290803" cy="408727"/>
          </a:xfrm>
          <a:custGeom>
            <a:avLst/>
            <a:gdLst>
              <a:gd name="csX0" fmla="*/ 0 w 290803"/>
              <a:gd name="csY0" fmla="*/ 129076 h 408727"/>
              <a:gd name="csX1" fmla="*/ 131737 w 290803"/>
              <a:gd name="csY1" fmla="*/ 129076 h 408727"/>
              <a:gd name="csX2" fmla="*/ 131737 w 290803"/>
              <a:gd name="csY2" fmla="*/ 0 h 408727"/>
              <a:gd name="csX3" fmla="*/ 290803 w 290803"/>
              <a:gd name="csY3" fmla="*/ 204364 h 408727"/>
              <a:gd name="csX4" fmla="*/ 131737 w 290803"/>
              <a:gd name="csY4" fmla="*/ 408727 h 408727"/>
              <a:gd name="csX5" fmla="*/ 131737 w 290803"/>
              <a:gd name="csY5" fmla="*/ 279651 h 408727"/>
              <a:gd name="csX6" fmla="*/ 0 w 290803"/>
              <a:gd name="csY6" fmla="*/ 279651 h 408727"/>
              <a:gd name="csX7" fmla="*/ 0 w 290803"/>
              <a:gd name="csY7" fmla="*/ 129076 h 408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90803" h="408727" extrusionOk="0">
                <a:moveTo>
                  <a:pt x="0" y="129076"/>
                </a:moveTo>
                <a:cubicBezTo>
                  <a:pt x="64133" y="126138"/>
                  <a:pt x="86899" y="133925"/>
                  <a:pt x="131737" y="129076"/>
                </a:cubicBezTo>
                <a:cubicBezTo>
                  <a:pt x="128425" y="69772"/>
                  <a:pt x="136320" y="34141"/>
                  <a:pt x="131737" y="0"/>
                </a:cubicBezTo>
                <a:cubicBezTo>
                  <a:pt x="199261" y="77648"/>
                  <a:pt x="203785" y="133791"/>
                  <a:pt x="290803" y="204364"/>
                </a:cubicBezTo>
                <a:cubicBezTo>
                  <a:pt x="234098" y="289093"/>
                  <a:pt x="171133" y="340220"/>
                  <a:pt x="131737" y="408727"/>
                </a:cubicBezTo>
                <a:cubicBezTo>
                  <a:pt x="119148" y="357962"/>
                  <a:pt x="147074" y="322434"/>
                  <a:pt x="131737" y="279651"/>
                </a:cubicBezTo>
                <a:cubicBezTo>
                  <a:pt x="97591" y="292548"/>
                  <a:pt x="45735" y="265692"/>
                  <a:pt x="0" y="279651"/>
                </a:cubicBezTo>
                <a:cubicBezTo>
                  <a:pt x="-11234" y="216736"/>
                  <a:pt x="12926" y="174630"/>
                  <a:pt x="0" y="129076"/>
                </a:cubicBezTo>
                <a:close/>
              </a:path>
            </a:pathLst>
          </a:cu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2" name="矩形: 圆角 1261"/>
          <p:cNvSpPr/>
          <p:nvPr/>
        </p:nvSpPr>
        <p:spPr>
          <a:xfrm>
            <a:off x="8793480" y="713680"/>
            <a:ext cx="3640043" cy="944880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64" name="图片 1263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916" y="782260"/>
            <a:ext cx="784860" cy="784860"/>
          </a:xfrm>
          <a:prstGeom prst="rect">
            <a:avLst/>
          </a:prstGeom>
        </p:spPr>
      </p:pic>
      <p:sp>
        <p:nvSpPr>
          <p:cNvPr id="1266" name="文本框 1265"/>
          <p:cNvSpPr txBox="1"/>
          <p:nvPr/>
        </p:nvSpPr>
        <p:spPr>
          <a:xfrm>
            <a:off x="9456145" y="675270"/>
            <a:ext cx="29773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photos were taken in early autumn, and both pictures show cedar trees.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8" name="图片 1267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61" y="-2157021"/>
            <a:ext cx="2157157" cy="2157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2103</Words>
  <Application>WPS 演示</Application>
  <PresentationFormat>宽屏</PresentationFormat>
  <Paragraphs>238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Cambria Math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c</dc:creator>
  <cp:lastModifiedBy>朽</cp:lastModifiedBy>
  <cp:revision>12</cp:revision>
  <dcterms:created xsi:type="dcterms:W3CDTF">2026-01-27T17:56:00Z</dcterms:created>
  <dcterms:modified xsi:type="dcterms:W3CDTF">2026-07-27T21:38:46Z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E017480F11F04D8293E1D42DF283962E_13</vt:lpwstr>
  </property>
</Properties>
</file>